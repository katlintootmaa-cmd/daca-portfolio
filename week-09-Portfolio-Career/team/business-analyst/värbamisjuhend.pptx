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7" r:id="rId2"/>
    <p:sldId id="268" r:id="rId3"/>
    <p:sldId id="259" r:id="rId4"/>
    <p:sldId id="260" r:id="rId5"/>
    <p:sldId id="261" r:id="rId6"/>
    <p:sldId id="267" r:id="rId7"/>
    <p:sldId id="269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71856-D7A5-4FE0-96DD-92263613C7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7585F55-B481-40FD-8A65-4F74FFE482C7}">
      <dgm:prSet/>
      <dgm:spPr/>
      <dgm:t>
        <a:bodyPr/>
        <a:lstStyle/>
        <a:p>
          <a:r>
            <a:rPr lang="en-US"/>
            <a:t>UrbanStyle.ltd värbab uusi analüütikuid</a:t>
          </a:r>
        </a:p>
      </dgm:t>
    </dgm:pt>
    <dgm:pt modelId="{926B37E3-7B52-4C77-A0B5-778BCA76280D}" type="parTrans" cxnId="{0B8F8E37-BAD1-4BE4-B79F-645E5F7C02B2}">
      <dgm:prSet/>
      <dgm:spPr/>
      <dgm:t>
        <a:bodyPr/>
        <a:lstStyle/>
        <a:p>
          <a:endParaRPr lang="en-US"/>
        </a:p>
      </dgm:t>
    </dgm:pt>
    <dgm:pt modelId="{F4C80F02-54A7-4660-8348-90351DE7B909}" type="sibTrans" cxnId="{0B8F8E37-BAD1-4BE4-B79F-645E5F7C02B2}">
      <dgm:prSet/>
      <dgm:spPr/>
      <dgm:t>
        <a:bodyPr/>
        <a:lstStyle/>
        <a:p>
          <a:endParaRPr lang="en-US"/>
        </a:p>
      </dgm:t>
    </dgm:pt>
    <dgm:pt modelId="{0C6FC69D-5855-4492-BEF6-41731FEB28B1}">
      <dgm:prSet/>
      <dgm:spPr/>
      <dgm:t>
        <a:bodyPr/>
        <a:lstStyle/>
        <a:p>
          <a:r>
            <a:rPr lang="en-US" dirty="0" err="1"/>
            <a:t>Meie</a:t>
          </a:r>
          <a:r>
            <a:rPr lang="en-US" dirty="0"/>
            <a:t> </a:t>
          </a:r>
          <a:r>
            <a:rPr lang="en-US" dirty="0" err="1"/>
            <a:t>fookus</a:t>
          </a:r>
          <a:r>
            <a:rPr lang="en-US" dirty="0"/>
            <a:t> on BI </a:t>
          </a:r>
          <a:r>
            <a:rPr lang="en-US" dirty="0" err="1"/>
            <a:t>Analüütiku</a:t>
          </a:r>
          <a:r>
            <a:rPr lang="en-US" dirty="0"/>
            <a:t> </a:t>
          </a:r>
          <a:r>
            <a:rPr lang="en-US" dirty="0" err="1"/>
            <a:t>rollil</a:t>
          </a:r>
          <a:endParaRPr lang="en-US" dirty="0"/>
        </a:p>
      </dgm:t>
    </dgm:pt>
    <dgm:pt modelId="{2CEDF14E-7901-414F-B51D-51B5F913FAD3}" type="parTrans" cxnId="{E81652D9-D0DA-401C-8EB7-5D6023C786F5}">
      <dgm:prSet/>
      <dgm:spPr/>
      <dgm:t>
        <a:bodyPr/>
        <a:lstStyle/>
        <a:p>
          <a:endParaRPr lang="en-US"/>
        </a:p>
      </dgm:t>
    </dgm:pt>
    <dgm:pt modelId="{7767737F-CF1A-4CE8-AF7A-92DE90FC5996}" type="sibTrans" cxnId="{E81652D9-D0DA-401C-8EB7-5D6023C786F5}">
      <dgm:prSet/>
      <dgm:spPr/>
      <dgm:t>
        <a:bodyPr/>
        <a:lstStyle/>
        <a:p>
          <a:endParaRPr lang="en-US"/>
        </a:p>
      </dgm:t>
    </dgm:pt>
    <dgm:pt modelId="{C9538D1C-FB8B-4166-BBFF-549ED82AA09F}">
      <dgm:prSet/>
      <dgm:spPr/>
      <dgm:t>
        <a:bodyPr/>
        <a:lstStyle/>
        <a:p>
          <a:r>
            <a:rPr lang="en-US" dirty="0"/>
            <a:t>BI </a:t>
          </a:r>
          <a:r>
            <a:rPr lang="en-US" dirty="0" err="1"/>
            <a:t>Analüütik</a:t>
          </a:r>
          <a:r>
            <a:rPr lang="en-US" dirty="0"/>
            <a:t> </a:t>
          </a:r>
          <a:r>
            <a:rPr lang="en-US" dirty="0" err="1"/>
            <a:t>muudab</a:t>
          </a:r>
          <a:r>
            <a:rPr lang="en-US" dirty="0"/>
            <a:t> </a:t>
          </a:r>
          <a:r>
            <a:rPr lang="en-US" dirty="0" err="1"/>
            <a:t>andmed</a:t>
          </a:r>
          <a:r>
            <a:rPr lang="en-US" dirty="0"/>
            <a:t> </a:t>
          </a:r>
          <a:r>
            <a:rPr lang="en-US" dirty="0" err="1"/>
            <a:t>juhtimisinfoks</a:t>
          </a:r>
          <a:endParaRPr lang="en-US" dirty="0"/>
        </a:p>
      </dgm:t>
    </dgm:pt>
    <dgm:pt modelId="{E0598F40-A940-4B70-B8E5-DA90C8C1FC0C}" type="parTrans" cxnId="{B16B63E9-D748-4FF0-AC59-53FF5763EC6C}">
      <dgm:prSet/>
      <dgm:spPr/>
      <dgm:t>
        <a:bodyPr/>
        <a:lstStyle/>
        <a:p>
          <a:endParaRPr lang="en-US"/>
        </a:p>
      </dgm:t>
    </dgm:pt>
    <dgm:pt modelId="{2EB212B7-B416-4121-8526-DC945305A6E6}" type="sibTrans" cxnId="{B16B63E9-D748-4FF0-AC59-53FF5763EC6C}">
      <dgm:prSet/>
      <dgm:spPr/>
      <dgm:t>
        <a:bodyPr/>
        <a:lstStyle/>
        <a:p>
          <a:endParaRPr lang="en-US"/>
        </a:p>
      </dgm:t>
    </dgm:pt>
    <dgm:pt modelId="{8F61E9F3-6E5C-4854-A72E-14A9719F39A8}">
      <dgm:prSet/>
      <dgm:spPr/>
      <dgm:t>
        <a:bodyPr/>
        <a:lstStyle/>
        <a:p>
          <a:r>
            <a:rPr lang="en-US"/>
            <a:t>Eesmärk on leida kandidaat, kes loob kasutatavaid dashboarde ja raporteid</a:t>
          </a:r>
        </a:p>
      </dgm:t>
    </dgm:pt>
    <dgm:pt modelId="{05D18CA2-8211-4A81-8897-EEFEFE723487}" type="parTrans" cxnId="{398D8AE2-6156-4571-AE89-AC43C4748D73}">
      <dgm:prSet/>
      <dgm:spPr/>
      <dgm:t>
        <a:bodyPr/>
        <a:lstStyle/>
        <a:p>
          <a:endParaRPr lang="en-US"/>
        </a:p>
      </dgm:t>
    </dgm:pt>
    <dgm:pt modelId="{9476A09B-E2F3-47F2-849D-132D322F9D0A}" type="sibTrans" cxnId="{398D8AE2-6156-4571-AE89-AC43C4748D73}">
      <dgm:prSet/>
      <dgm:spPr/>
      <dgm:t>
        <a:bodyPr/>
        <a:lstStyle/>
        <a:p>
          <a:endParaRPr lang="en-US"/>
        </a:p>
      </dgm:t>
    </dgm:pt>
    <dgm:pt modelId="{3C1DBB32-049E-4FA5-B8A4-26D81832049B}" type="pres">
      <dgm:prSet presAssocID="{63771856-D7A5-4FE0-96DD-92263613C7A5}" presName="root" presStyleCnt="0">
        <dgm:presLayoutVars>
          <dgm:dir/>
          <dgm:resizeHandles val="exact"/>
        </dgm:presLayoutVars>
      </dgm:prSet>
      <dgm:spPr/>
    </dgm:pt>
    <dgm:pt modelId="{54857E87-51F4-442B-8EDB-432F67A011F4}" type="pres">
      <dgm:prSet presAssocID="{67585F55-B481-40FD-8A65-4F74FFE482C7}" presName="compNode" presStyleCnt="0"/>
      <dgm:spPr/>
    </dgm:pt>
    <dgm:pt modelId="{6A2E82FB-41FF-41A4-B9BE-DBC593153AF5}" type="pres">
      <dgm:prSet presAssocID="{67585F55-B481-40FD-8A65-4F74FFE482C7}" presName="bgRect" presStyleLbl="bgShp" presStyleIdx="0" presStyleCnt="4"/>
      <dgm:spPr/>
    </dgm:pt>
    <dgm:pt modelId="{0D8E2ED4-B575-4C11-9976-FEE69BE9CE50}" type="pres">
      <dgm:prSet presAssocID="{67585F55-B481-40FD-8A65-4F74FFE482C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29AA0D0-BC29-4FC5-AFDF-2B24AB1E25A5}" type="pres">
      <dgm:prSet presAssocID="{67585F55-B481-40FD-8A65-4F74FFE482C7}" presName="spaceRect" presStyleCnt="0"/>
      <dgm:spPr/>
    </dgm:pt>
    <dgm:pt modelId="{FE26CDC4-0341-44EF-9C65-1E1C2DDB0781}" type="pres">
      <dgm:prSet presAssocID="{67585F55-B481-40FD-8A65-4F74FFE482C7}" presName="parTx" presStyleLbl="revTx" presStyleIdx="0" presStyleCnt="4">
        <dgm:presLayoutVars>
          <dgm:chMax val="0"/>
          <dgm:chPref val="0"/>
        </dgm:presLayoutVars>
      </dgm:prSet>
      <dgm:spPr/>
    </dgm:pt>
    <dgm:pt modelId="{B80FCA4D-0AA9-4439-909F-E79262DE3888}" type="pres">
      <dgm:prSet presAssocID="{F4C80F02-54A7-4660-8348-90351DE7B909}" presName="sibTrans" presStyleCnt="0"/>
      <dgm:spPr/>
    </dgm:pt>
    <dgm:pt modelId="{F1144FFA-F518-4E13-B007-EF6DE74F3156}" type="pres">
      <dgm:prSet presAssocID="{0C6FC69D-5855-4492-BEF6-41731FEB28B1}" presName="compNode" presStyleCnt="0"/>
      <dgm:spPr/>
    </dgm:pt>
    <dgm:pt modelId="{210DD1AF-9949-4AD5-9DE5-13369887C460}" type="pres">
      <dgm:prSet presAssocID="{0C6FC69D-5855-4492-BEF6-41731FEB28B1}" presName="bgRect" presStyleLbl="bgShp" presStyleIdx="1" presStyleCnt="4"/>
      <dgm:spPr/>
    </dgm:pt>
    <dgm:pt modelId="{E08ABAF7-F40E-4F35-930B-A5FA18F43AB4}" type="pres">
      <dgm:prSet presAssocID="{0C6FC69D-5855-4492-BEF6-41731FEB28B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1214991-928B-4608-ACC1-1C6716CA7508}" type="pres">
      <dgm:prSet presAssocID="{0C6FC69D-5855-4492-BEF6-41731FEB28B1}" presName="spaceRect" presStyleCnt="0"/>
      <dgm:spPr/>
    </dgm:pt>
    <dgm:pt modelId="{B1A1E7BA-B686-4FC5-B2A7-BA9B45A62431}" type="pres">
      <dgm:prSet presAssocID="{0C6FC69D-5855-4492-BEF6-41731FEB28B1}" presName="parTx" presStyleLbl="revTx" presStyleIdx="1" presStyleCnt="4">
        <dgm:presLayoutVars>
          <dgm:chMax val="0"/>
          <dgm:chPref val="0"/>
        </dgm:presLayoutVars>
      </dgm:prSet>
      <dgm:spPr/>
    </dgm:pt>
    <dgm:pt modelId="{343D183D-47AC-44BA-B2E7-731C3F555260}" type="pres">
      <dgm:prSet presAssocID="{7767737F-CF1A-4CE8-AF7A-92DE90FC5996}" presName="sibTrans" presStyleCnt="0"/>
      <dgm:spPr/>
    </dgm:pt>
    <dgm:pt modelId="{4BD30987-3BC1-4413-9DBC-AA2A184425DA}" type="pres">
      <dgm:prSet presAssocID="{C9538D1C-FB8B-4166-BBFF-549ED82AA09F}" presName="compNode" presStyleCnt="0"/>
      <dgm:spPr/>
    </dgm:pt>
    <dgm:pt modelId="{5378E246-7611-4481-9EC5-A274329E7213}" type="pres">
      <dgm:prSet presAssocID="{C9538D1C-FB8B-4166-BBFF-549ED82AA09F}" presName="bgRect" presStyleLbl="bgShp" presStyleIdx="2" presStyleCnt="4"/>
      <dgm:spPr/>
    </dgm:pt>
    <dgm:pt modelId="{F8EAB7DE-B6FE-4AAE-A92F-2C2DF41AD7E9}" type="pres">
      <dgm:prSet presAssocID="{C9538D1C-FB8B-4166-BBFF-549ED82AA09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7A89550-57E9-4DEA-AEFE-C7C270C7AAC1}" type="pres">
      <dgm:prSet presAssocID="{C9538D1C-FB8B-4166-BBFF-549ED82AA09F}" presName="spaceRect" presStyleCnt="0"/>
      <dgm:spPr/>
    </dgm:pt>
    <dgm:pt modelId="{1EF5FFD4-5D3F-4B3F-A56E-F72F9CAB8C62}" type="pres">
      <dgm:prSet presAssocID="{C9538D1C-FB8B-4166-BBFF-549ED82AA09F}" presName="parTx" presStyleLbl="revTx" presStyleIdx="2" presStyleCnt="4">
        <dgm:presLayoutVars>
          <dgm:chMax val="0"/>
          <dgm:chPref val="0"/>
        </dgm:presLayoutVars>
      </dgm:prSet>
      <dgm:spPr/>
    </dgm:pt>
    <dgm:pt modelId="{3AD4553B-C36D-4AA7-928B-A6F5AAD2E400}" type="pres">
      <dgm:prSet presAssocID="{2EB212B7-B416-4121-8526-DC945305A6E6}" presName="sibTrans" presStyleCnt="0"/>
      <dgm:spPr/>
    </dgm:pt>
    <dgm:pt modelId="{12426024-F74B-4B8F-A473-1D5CFCDB2A17}" type="pres">
      <dgm:prSet presAssocID="{8F61E9F3-6E5C-4854-A72E-14A9719F39A8}" presName="compNode" presStyleCnt="0"/>
      <dgm:spPr/>
    </dgm:pt>
    <dgm:pt modelId="{A11010C6-6C03-451C-9DC8-017A695088B6}" type="pres">
      <dgm:prSet presAssocID="{8F61E9F3-6E5C-4854-A72E-14A9719F39A8}" presName="bgRect" presStyleLbl="bgShp" presStyleIdx="3" presStyleCnt="4"/>
      <dgm:spPr/>
    </dgm:pt>
    <dgm:pt modelId="{D1E8B26E-D12D-4505-B925-99308364925B}" type="pres">
      <dgm:prSet presAssocID="{8F61E9F3-6E5C-4854-A72E-14A9719F39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C023F0AB-D23B-48E0-BF54-7DB9EE67F848}" type="pres">
      <dgm:prSet presAssocID="{8F61E9F3-6E5C-4854-A72E-14A9719F39A8}" presName="spaceRect" presStyleCnt="0"/>
      <dgm:spPr/>
    </dgm:pt>
    <dgm:pt modelId="{449FA137-EF09-4112-B400-F62008C090A1}" type="pres">
      <dgm:prSet presAssocID="{8F61E9F3-6E5C-4854-A72E-14A9719F39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CC4F027-1F3D-4577-9080-F76E1C30450C}" type="presOf" srcId="{0C6FC69D-5855-4492-BEF6-41731FEB28B1}" destId="{B1A1E7BA-B686-4FC5-B2A7-BA9B45A62431}" srcOrd="0" destOrd="0" presId="urn:microsoft.com/office/officeart/2018/2/layout/IconVerticalSolidList"/>
    <dgm:cxn modelId="{0B8F8E37-BAD1-4BE4-B79F-645E5F7C02B2}" srcId="{63771856-D7A5-4FE0-96DD-92263613C7A5}" destId="{67585F55-B481-40FD-8A65-4F74FFE482C7}" srcOrd="0" destOrd="0" parTransId="{926B37E3-7B52-4C77-A0B5-778BCA76280D}" sibTransId="{F4C80F02-54A7-4660-8348-90351DE7B909}"/>
    <dgm:cxn modelId="{0FCDAA51-1439-49CF-B3AA-2E071E81B72D}" type="presOf" srcId="{63771856-D7A5-4FE0-96DD-92263613C7A5}" destId="{3C1DBB32-049E-4FA5-B8A4-26D81832049B}" srcOrd="0" destOrd="0" presId="urn:microsoft.com/office/officeart/2018/2/layout/IconVerticalSolidList"/>
    <dgm:cxn modelId="{61DF5E72-7266-4493-B475-63A077EA2EF2}" type="presOf" srcId="{67585F55-B481-40FD-8A65-4F74FFE482C7}" destId="{FE26CDC4-0341-44EF-9C65-1E1C2DDB0781}" srcOrd="0" destOrd="0" presId="urn:microsoft.com/office/officeart/2018/2/layout/IconVerticalSolidList"/>
    <dgm:cxn modelId="{96A7A383-7B5A-4C0B-A64D-2E51E802402A}" type="presOf" srcId="{C9538D1C-FB8B-4166-BBFF-549ED82AA09F}" destId="{1EF5FFD4-5D3F-4B3F-A56E-F72F9CAB8C62}" srcOrd="0" destOrd="0" presId="urn:microsoft.com/office/officeart/2018/2/layout/IconVerticalSolidList"/>
    <dgm:cxn modelId="{B4226E8F-1149-4C96-BAFB-31837C18C9F5}" type="presOf" srcId="{8F61E9F3-6E5C-4854-A72E-14A9719F39A8}" destId="{449FA137-EF09-4112-B400-F62008C090A1}" srcOrd="0" destOrd="0" presId="urn:microsoft.com/office/officeart/2018/2/layout/IconVerticalSolidList"/>
    <dgm:cxn modelId="{E81652D9-D0DA-401C-8EB7-5D6023C786F5}" srcId="{63771856-D7A5-4FE0-96DD-92263613C7A5}" destId="{0C6FC69D-5855-4492-BEF6-41731FEB28B1}" srcOrd="1" destOrd="0" parTransId="{2CEDF14E-7901-414F-B51D-51B5F913FAD3}" sibTransId="{7767737F-CF1A-4CE8-AF7A-92DE90FC5996}"/>
    <dgm:cxn modelId="{398D8AE2-6156-4571-AE89-AC43C4748D73}" srcId="{63771856-D7A5-4FE0-96DD-92263613C7A5}" destId="{8F61E9F3-6E5C-4854-A72E-14A9719F39A8}" srcOrd="3" destOrd="0" parTransId="{05D18CA2-8211-4A81-8897-EEFEFE723487}" sibTransId="{9476A09B-E2F3-47F2-849D-132D322F9D0A}"/>
    <dgm:cxn modelId="{B16B63E9-D748-4FF0-AC59-53FF5763EC6C}" srcId="{63771856-D7A5-4FE0-96DD-92263613C7A5}" destId="{C9538D1C-FB8B-4166-BBFF-549ED82AA09F}" srcOrd="2" destOrd="0" parTransId="{E0598F40-A940-4B70-B8E5-DA90C8C1FC0C}" sibTransId="{2EB212B7-B416-4121-8526-DC945305A6E6}"/>
    <dgm:cxn modelId="{DF9C716E-1440-4A78-9181-D26F8C4BE075}" type="presParOf" srcId="{3C1DBB32-049E-4FA5-B8A4-26D81832049B}" destId="{54857E87-51F4-442B-8EDB-432F67A011F4}" srcOrd="0" destOrd="0" presId="urn:microsoft.com/office/officeart/2018/2/layout/IconVerticalSolidList"/>
    <dgm:cxn modelId="{21601324-D474-4688-9001-29ED6F941568}" type="presParOf" srcId="{54857E87-51F4-442B-8EDB-432F67A011F4}" destId="{6A2E82FB-41FF-41A4-B9BE-DBC593153AF5}" srcOrd="0" destOrd="0" presId="urn:microsoft.com/office/officeart/2018/2/layout/IconVerticalSolidList"/>
    <dgm:cxn modelId="{06FE7BF2-D2D1-4A48-B736-A751A3E855C1}" type="presParOf" srcId="{54857E87-51F4-442B-8EDB-432F67A011F4}" destId="{0D8E2ED4-B575-4C11-9976-FEE69BE9CE50}" srcOrd="1" destOrd="0" presId="urn:microsoft.com/office/officeart/2018/2/layout/IconVerticalSolidList"/>
    <dgm:cxn modelId="{486A9399-3418-4F05-A107-7C2ACE0DFF08}" type="presParOf" srcId="{54857E87-51F4-442B-8EDB-432F67A011F4}" destId="{129AA0D0-BC29-4FC5-AFDF-2B24AB1E25A5}" srcOrd="2" destOrd="0" presId="urn:microsoft.com/office/officeart/2018/2/layout/IconVerticalSolidList"/>
    <dgm:cxn modelId="{15683B27-6D39-4538-A9D7-E51A00618001}" type="presParOf" srcId="{54857E87-51F4-442B-8EDB-432F67A011F4}" destId="{FE26CDC4-0341-44EF-9C65-1E1C2DDB0781}" srcOrd="3" destOrd="0" presId="urn:microsoft.com/office/officeart/2018/2/layout/IconVerticalSolidList"/>
    <dgm:cxn modelId="{8C0B6F4C-352D-435F-92C7-5D804969F672}" type="presParOf" srcId="{3C1DBB32-049E-4FA5-B8A4-26D81832049B}" destId="{B80FCA4D-0AA9-4439-909F-E79262DE3888}" srcOrd="1" destOrd="0" presId="urn:microsoft.com/office/officeart/2018/2/layout/IconVerticalSolidList"/>
    <dgm:cxn modelId="{85947DFE-B58D-4C7F-8E06-957678A9D6BC}" type="presParOf" srcId="{3C1DBB32-049E-4FA5-B8A4-26D81832049B}" destId="{F1144FFA-F518-4E13-B007-EF6DE74F3156}" srcOrd="2" destOrd="0" presId="urn:microsoft.com/office/officeart/2018/2/layout/IconVerticalSolidList"/>
    <dgm:cxn modelId="{C6E7ABE7-6B3A-4150-A056-A8A5B8782AA6}" type="presParOf" srcId="{F1144FFA-F518-4E13-B007-EF6DE74F3156}" destId="{210DD1AF-9949-4AD5-9DE5-13369887C460}" srcOrd="0" destOrd="0" presId="urn:microsoft.com/office/officeart/2018/2/layout/IconVerticalSolidList"/>
    <dgm:cxn modelId="{2666FEE2-378F-42A5-BFFD-F55C7B67D6E0}" type="presParOf" srcId="{F1144FFA-F518-4E13-B007-EF6DE74F3156}" destId="{E08ABAF7-F40E-4F35-930B-A5FA18F43AB4}" srcOrd="1" destOrd="0" presId="urn:microsoft.com/office/officeart/2018/2/layout/IconVerticalSolidList"/>
    <dgm:cxn modelId="{724F6920-4F7C-4E7E-9C1E-AAA5442B38A1}" type="presParOf" srcId="{F1144FFA-F518-4E13-B007-EF6DE74F3156}" destId="{B1214991-928B-4608-ACC1-1C6716CA7508}" srcOrd="2" destOrd="0" presId="urn:microsoft.com/office/officeart/2018/2/layout/IconVerticalSolidList"/>
    <dgm:cxn modelId="{F4403039-5C78-4671-9D26-373C6ACEB80C}" type="presParOf" srcId="{F1144FFA-F518-4E13-B007-EF6DE74F3156}" destId="{B1A1E7BA-B686-4FC5-B2A7-BA9B45A62431}" srcOrd="3" destOrd="0" presId="urn:microsoft.com/office/officeart/2018/2/layout/IconVerticalSolidList"/>
    <dgm:cxn modelId="{E76F6A4D-CD20-4416-AE28-09A8EB89A71E}" type="presParOf" srcId="{3C1DBB32-049E-4FA5-B8A4-26D81832049B}" destId="{343D183D-47AC-44BA-B2E7-731C3F555260}" srcOrd="3" destOrd="0" presId="urn:microsoft.com/office/officeart/2018/2/layout/IconVerticalSolidList"/>
    <dgm:cxn modelId="{FC957464-9BFB-45A1-B1E7-B54BFA116297}" type="presParOf" srcId="{3C1DBB32-049E-4FA5-B8A4-26D81832049B}" destId="{4BD30987-3BC1-4413-9DBC-AA2A184425DA}" srcOrd="4" destOrd="0" presId="urn:microsoft.com/office/officeart/2018/2/layout/IconVerticalSolidList"/>
    <dgm:cxn modelId="{FA50DBDB-AFD4-4DAD-A9D1-BABDD25E88A7}" type="presParOf" srcId="{4BD30987-3BC1-4413-9DBC-AA2A184425DA}" destId="{5378E246-7611-4481-9EC5-A274329E7213}" srcOrd="0" destOrd="0" presId="urn:microsoft.com/office/officeart/2018/2/layout/IconVerticalSolidList"/>
    <dgm:cxn modelId="{2377C281-FB3D-4DE0-B91C-EF734BF6B0DA}" type="presParOf" srcId="{4BD30987-3BC1-4413-9DBC-AA2A184425DA}" destId="{F8EAB7DE-B6FE-4AAE-A92F-2C2DF41AD7E9}" srcOrd="1" destOrd="0" presId="urn:microsoft.com/office/officeart/2018/2/layout/IconVerticalSolidList"/>
    <dgm:cxn modelId="{82972FCD-65A1-47C7-8C56-46DA18E5241C}" type="presParOf" srcId="{4BD30987-3BC1-4413-9DBC-AA2A184425DA}" destId="{97A89550-57E9-4DEA-AEFE-C7C270C7AAC1}" srcOrd="2" destOrd="0" presId="urn:microsoft.com/office/officeart/2018/2/layout/IconVerticalSolidList"/>
    <dgm:cxn modelId="{26485EA9-A887-4195-8A6F-0D6912C2C2C0}" type="presParOf" srcId="{4BD30987-3BC1-4413-9DBC-AA2A184425DA}" destId="{1EF5FFD4-5D3F-4B3F-A56E-F72F9CAB8C62}" srcOrd="3" destOrd="0" presId="urn:microsoft.com/office/officeart/2018/2/layout/IconVerticalSolidList"/>
    <dgm:cxn modelId="{7E85B109-6C1F-49E0-A7B5-DC41D06A2A9B}" type="presParOf" srcId="{3C1DBB32-049E-4FA5-B8A4-26D81832049B}" destId="{3AD4553B-C36D-4AA7-928B-A6F5AAD2E400}" srcOrd="5" destOrd="0" presId="urn:microsoft.com/office/officeart/2018/2/layout/IconVerticalSolidList"/>
    <dgm:cxn modelId="{6AB37F41-12E9-4795-9DF0-C3AD720AC20D}" type="presParOf" srcId="{3C1DBB32-049E-4FA5-B8A4-26D81832049B}" destId="{12426024-F74B-4B8F-A473-1D5CFCDB2A17}" srcOrd="6" destOrd="0" presId="urn:microsoft.com/office/officeart/2018/2/layout/IconVerticalSolidList"/>
    <dgm:cxn modelId="{633BABC6-F162-4826-93B7-526FF3641A14}" type="presParOf" srcId="{12426024-F74B-4B8F-A473-1D5CFCDB2A17}" destId="{A11010C6-6C03-451C-9DC8-017A695088B6}" srcOrd="0" destOrd="0" presId="urn:microsoft.com/office/officeart/2018/2/layout/IconVerticalSolidList"/>
    <dgm:cxn modelId="{07AAE21B-321E-4F8A-B325-28F5BC48C643}" type="presParOf" srcId="{12426024-F74B-4B8F-A473-1D5CFCDB2A17}" destId="{D1E8B26E-D12D-4505-B925-99308364925B}" srcOrd="1" destOrd="0" presId="urn:microsoft.com/office/officeart/2018/2/layout/IconVerticalSolidList"/>
    <dgm:cxn modelId="{A35D5845-74F1-48F2-9871-98119A62E090}" type="presParOf" srcId="{12426024-F74B-4B8F-A473-1D5CFCDB2A17}" destId="{C023F0AB-D23B-48E0-BF54-7DB9EE67F848}" srcOrd="2" destOrd="0" presId="urn:microsoft.com/office/officeart/2018/2/layout/IconVerticalSolidList"/>
    <dgm:cxn modelId="{680922CD-711F-4E64-9FDD-6E93450BDA5F}" type="presParOf" srcId="{12426024-F74B-4B8F-A473-1D5CFCDB2A17}" destId="{449FA137-EF09-4112-B400-F62008C090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F6964E-EB2B-454C-AB06-7DFE3D8B277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7588C46-C6C7-4EE4-9ED4-A98FCFF27135}">
      <dgm:prSet/>
      <dgm:spPr/>
      <dgm:t>
        <a:bodyPr/>
        <a:lstStyle/>
        <a:p>
          <a:r>
            <a:rPr lang="en-US" dirty="0" err="1"/>
            <a:t>Tunneb</a:t>
          </a:r>
          <a:r>
            <a:rPr lang="en-US" dirty="0"/>
            <a:t> BI </a:t>
          </a:r>
          <a:r>
            <a:rPr lang="en-US" dirty="0" err="1"/>
            <a:t>tööriistu</a:t>
          </a:r>
          <a:r>
            <a:rPr lang="en-US" dirty="0"/>
            <a:t> ja SQL-</a:t>
          </a:r>
          <a:r>
            <a:rPr lang="en-US" dirty="0" err="1"/>
            <a:t>i</a:t>
          </a:r>
          <a:endParaRPr lang="en-US" dirty="0"/>
        </a:p>
      </dgm:t>
    </dgm:pt>
    <dgm:pt modelId="{33BDE736-70BD-4F6D-AAD0-1EC38450110D}" type="parTrans" cxnId="{4E774C98-0563-446E-ACDA-8E5F32559DBF}">
      <dgm:prSet/>
      <dgm:spPr/>
      <dgm:t>
        <a:bodyPr/>
        <a:lstStyle/>
        <a:p>
          <a:endParaRPr lang="en-US"/>
        </a:p>
      </dgm:t>
    </dgm:pt>
    <dgm:pt modelId="{4C9D0705-9297-4DD0-A1FC-3DA7A5FEC3C0}" type="sibTrans" cxnId="{4E774C98-0563-446E-ACDA-8E5F32559DBF}">
      <dgm:prSet/>
      <dgm:spPr/>
      <dgm:t>
        <a:bodyPr/>
        <a:lstStyle/>
        <a:p>
          <a:endParaRPr lang="en-US"/>
        </a:p>
      </dgm:t>
    </dgm:pt>
    <dgm:pt modelId="{5A0ECB67-4450-4159-A977-7B3C72596579}">
      <dgm:prSet/>
      <dgm:spPr/>
      <dgm:t>
        <a:bodyPr/>
        <a:lstStyle/>
        <a:p>
          <a:r>
            <a:rPr lang="en-US" dirty="0" err="1"/>
            <a:t>Mõistab</a:t>
          </a:r>
          <a:r>
            <a:rPr lang="en-US" dirty="0"/>
            <a:t> KPI-de </a:t>
          </a:r>
          <a:r>
            <a:rPr lang="en-US" dirty="0" err="1"/>
            <a:t>ärilist</a:t>
          </a:r>
          <a:r>
            <a:rPr lang="en-US" dirty="0"/>
            <a:t> </a:t>
          </a:r>
          <a:r>
            <a:rPr lang="en-US" dirty="0" err="1"/>
            <a:t>tähendust</a:t>
          </a:r>
          <a:endParaRPr lang="en-US" dirty="0"/>
        </a:p>
      </dgm:t>
    </dgm:pt>
    <dgm:pt modelId="{6C9164FC-2B96-473D-88C5-2537D977F1DE}" type="parTrans" cxnId="{9DA16B60-18E2-4CA5-985C-009ADBFA9BBA}">
      <dgm:prSet/>
      <dgm:spPr/>
      <dgm:t>
        <a:bodyPr/>
        <a:lstStyle/>
        <a:p>
          <a:endParaRPr lang="en-US"/>
        </a:p>
      </dgm:t>
    </dgm:pt>
    <dgm:pt modelId="{93AA0166-7193-426B-9FFF-2A93DA6DF774}" type="sibTrans" cxnId="{9DA16B60-18E2-4CA5-985C-009ADBFA9BBA}">
      <dgm:prSet/>
      <dgm:spPr/>
      <dgm:t>
        <a:bodyPr/>
        <a:lstStyle/>
        <a:p>
          <a:endParaRPr lang="en-US"/>
        </a:p>
      </dgm:t>
    </dgm:pt>
    <dgm:pt modelId="{953613AB-BD95-4064-A093-6A7669AB71E0}">
      <dgm:prSet/>
      <dgm:spPr/>
      <dgm:t>
        <a:bodyPr/>
        <a:lstStyle/>
        <a:p>
          <a:r>
            <a:rPr lang="en-US" dirty="0"/>
            <a:t>Loob </a:t>
          </a:r>
          <a:r>
            <a:rPr lang="en-US" dirty="0" err="1"/>
            <a:t>dashboarde</a:t>
          </a:r>
          <a:r>
            <a:rPr lang="en-US" dirty="0"/>
            <a:t> </a:t>
          </a:r>
          <a:r>
            <a:rPr lang="en-US" dirty="0" err="1"/>
            <a:t>konkreetsele</a:t>
          </a:r>
          <a:r>
            <a:rPr lang="en-US" dirty="0"/>
            <a:t> </a:t>
          </a:r>
          <a:r>
            <a:rPr lang="en-US" dirty="0" err="1"/>
            <a:t>kasutajale</a:t>
          </a:r>
          <a:endParaRPr lang="en-US" dirty="0"/>
        </a:p>
      </dgm:t>
    </dgm:pt>
    <dgm:pt modelId="{3D6B4BE6-0A1B-409E-A7B6-18F4319CE1B3}" type="parTrans" cxnId="{25E15E21-B61A-4330-A74F-E8CF73149438}">
      <dgm:prSet/>
      <dgm:spPr/>
      <dgm:t>
        <a:bodyPr/>
        <a:lstStyle/>
        <a:p>
          <a:endParaRPr lang="en-US"/>
        </a:p>
      </dgm:t>
    </dgm:pt>
    <dgm:pt modelId="{8518409C-3014-42F8-B92B-7C04E852162B}" type="sibTrans" cxnId="{25E15E21-B61A-4330-A74F-E8CF73149438}">
      <dgm:prSet/>
      <dgm:spPr/>
      <dgm:t>
        <a:bodyPr/>
        <a:lstStyle/>
        <a:p>
          <a:endParaRPr lang="en-US"/>
        </a:p>
      </dgm:t>
    </dgm:pt>
    <dgm:pt modelId="{286ED2D8-331C-47C8-98F5-36AFFE2AB66E}">
      <dgm:prSet/>
      <dgm:spPr/>
      <dgm:t>
        <a:bodyPr/>
        <a:lstStyle/>
        <a:p>
          <a:r>
            <a:rPr lang="en-US" dirty="0" err="1"/>
            <a:t>Kontrollib</a:t>
          </a:r>
          <a:r>
            <a:rPr lang="en-US" dirty="0"/>
            <a:t> </a:t>
          </a:r>
          <a:r>
            <a:rPr lang="en-US" dirty="0" err="1"/>
            <a:t>andmete</a:t>
          </a:r>
          <a:r>
            <a:rPr lang="en-US" dirty="0"/>
            <a:t> </a:t>
          </a:r>
          <a:r>
            <a:rPr lang="en-US" dirty="0" err="1"/>
            <a:t>kvaliteeti</a:t>
          </a:r>
          <a:endParaRPr lang="en-US" dirty="0"/>
        </a:p>
      </dgm:t>
    </dgm:pt>
    <dgm:pt modelId="{8BB1D13E-90A9-498C-A43C-D6CAD9D44F8F}" type="parTrans" cxnId="{CE1FC97F-00EF-46E3-AC4B-CB340A8B7904}">
      <dgm:prSet/>
      <dgm:spPr/>
      <dgm:t>
        <a:bodyPr/>
        <a:lstStyle/>
        <a:p>
          <a:endParaRPr lang="en-US"/>
        </a:p>
      </dgm:t>
    </dgm:pt>
    <dgm:pt modelId="{BD823999-4146-45D0-BD13-CED1D687EE5F}" type="sibTrans" cxnId="{CE1FC97F-00EF-46E3-AC4B-CB340A8B7904}">
      <dgm:prSet/>
      <dgm:spPr/>
      <dgm:t>
        <a:bodyPr/>
        <a:lstStyle/>
        <a:p>
          <a:endParaRPr lang="en-US"/>
        </a:p>
      </dgm:t>
    </dgm:pt>
    <dgm:pt modelId="{2974B1AA-177E-451B-9A77-5DEA418B2694}">
      <dgm:prSet/>
      <dgm:spPr/>
      <dgm:t>
        <a:bodyPr/>
        <a:lstStyle/>
        <a:p>
          <a:r>
            <a:rPr lang="en-US"/>
            <a:t>Selgitab tulemusi lihtsas keeles</a:t>
          </a:r>
          <a:endParaRPr lang="en-US" dirty="0"/>
        </a:p>
      </dgm:t>
    </dgm:pt>
    <dgm:pt modelId="{9E612634-B45E-457C-A3ED-F1D7FA74B2F2}" type="parTrans" cxnId="{B54C8331-3E2E-4A55-A445-842F6EDDBBAB}">
      <dgm:prSet/>
      <dgm:spPr/>
      <dgm:t>
        <a:bodyPr/>
        <a:lstStyle/>
        <a:p>
          <a:endParaRPr lang="et-EE"/>
        </a:p>
      </dgm:t>
    </dgm:pt>
    <dgm:pt modelId="{5EBCFCAB-36A5-4682-B8D6-AC9BAB006DFF}" type="sibTrans" cxnId="{B54C8331-3E2E-4A55-A445-842F6EDDBBAB}">
      <dgm:prSet/>
      <dgm:spPr/>
      <dgm:t>
        <a:bodyPr/>
        <a:lstStyle/>
        <a:p>
          <a:endParaRPr lang="et-EE"/>
        </a:p>
      </dgm:t>
    </dgm:pt>
    <dgm:pt modelId="{CBA6A322-8984-4EC3-9112-432D7E881944}" type="pres">
      <dgm:prSet presAssocID="{63F6964E-EB2B-454C-AB06-7DFE3D8B277D}" presName="vert0" presStyleCnt="0">
        <dgm:presLayoutVars>
          <dgm:dir/>
          <dgm:animOne val="branch"/>
          <dgm:animLvl val="lvl"/>
        </dgm:presLayoutVars>
      </dgm:prSet>
      <dgm:spPr/>
    </dgm:pt>
    <dgm:pt modelId="{5BD20370-A20C-413C-9BEF-3AEE90CA1460}" type="pres">
      <dgm:prSet presAssocID="{E7588C46-C6C7-4EE4-9ED4-A98FCFF27135}" presName="thickLine" presStyleLbl="alignNode1" presStyleIdx="0" presStyleCnt="5"/>
      <dgm:spPr/>
    </dgm:pt>
    <dgm:pt modelId="{CA0BB989-7AD8-4AD2-BB3E-AE1DFCE344AD}" type="pres">
      <dgm:prSet presAssocID="{E7588C46-C6C7-4EE4-9ED4-A98FCFF27135}" presName="horz1" presStyleCnt="0"/>
      <dgm:spPr/>
    </dgm:pt>
    <dgm:pt modelId="{9A09FA49-6244-4E87-BDD5-62D7C77DF854}" type="pres">
      <dgm:prSet presAssocID="{E7588C46-C6C7-4EE4-9ED4-A98FCFF27135}" presName="tx1" presStyleLbl="revTx" presStyleIdx="0" presStyleCnt="5"/>
      <dgm:spPr/>
    </dgm:pt>
    <dgm:pt modelId="{4B8BDBF0-BF17-4FD5-A0CC-0AF534F5EE6B}" type="pres">
      <dgm:prSet presAssocID="{E7588C46-C6C7-4EE4-9ED4-A98FCFF27135}" presName="vert1" presStyleCnt="0"/>
      <dgm:spPr/>
    </dgm:pt>
    <dgm:pt modelId="{DC9AAE0B-6F14-4C88-BB6F-257A8D5C3834}" type="pres">
      <dgm:prSet presAssocID="{5A0ECB67-4450-4159-A977-7B3C72596579}" presName="thickLine" presStyleLbl="alignNode1" presStyleIdx="1" presStyleCnt="5"/>
      <dgm:spPr/>
    </dgm:pt>
    <dgm:pt modelId="{B9C74974-B125-4589-A142-16FB8FB00025}" type="pres">
      <dgm:prSet presAssocID="{5A0ECB67-4450-4159-A977-7B3C72596579}" presName="horz1" presStyleCnt="0"/>
      <dgm:spPr/>
    </dgm:pt>
    <dgm:pt modelId="{771EFD89-EDEA-47BD-B4BA-C9C49814B803}" type="pres">
      <dgm:prSet presAssocID="{5A0ECB67-4450-4159-A977-7B3C72596579}" presName="tx1" presStyleLbl="revTx" presStyleIdx="1" presStyleCnt="5"/>
      <dgm:spPr/>
    </dgm:pt>
    <dgm:pt modelId="{32273E03-527F-49FC-A7F6-A10FD2AEF0E7}" type="pres">
      <dgm:prSet presAssocID="{5A0ECB67-4450-4159-A977-7B3C72596579}" presName="vert1" presStyleCnt="0"/>
      <dgm:spPr/>
    </dgm:pt>
    <dgm:pt modelId="{296CA164-1D14-49F4-A9C9-3EB5BDCC51A9}" type="pres">
      <dgm:prSet presAssocID="{953613AB-BD95-4064-A093-6A7669AB71E0}" presName="thickLine" presStyleLbl="alignNode1" presStyleIdx="2" presStyleCnt="5"/>
      <dgm:spPr/>
    </dgm:pt>
    <dgm:pt modelId="{6E73FA4A-FBF1-4715-9A0B-960CEE169B62}" type="pres">
      <dgm:prSet presAssocID="{953613AB-BD95-4064-A093-6A7669AB71E0}" presName="horz1" presStyleCnt="0"/>
      <dgm:spPr/>
    </dgm:pt>
    <dgm:pt modelId="{2894874E-711D-4D01-B886-FDE5BDB0F2FA}" type="pres">
      <dgm:prSet presAssocID="{953613AB-BD95-4064-A093-6A7669AB71E0}" presName="tx1" presStyleLbl="revTx" presStyleIdx="2" presStyleCnt="5"/>
      <dgm:spPr/>
    </dgm:pt>
    <dgm:pt modelId="{CACCC6AD-93F7-4447-B237-7E6E303A0EB8}" type="pres">
      <dgm:prSet presAssocID="{953613AB-BD95-4064-A093-6A7669AB71E0}" presName="vert1" presStyleCnt="0"/>
      <dgm:spPr/>
    </dgm:pt>
    <dgm:pt modelId="{46A3FF9D-6F06-459D-A105-D7614CB1C7A1}" type="pres">
      <dgm:prSet presAssocID="{286ED2D8-331C-47C8-98F5-36AFFE2AB66E}" presName="thickLine" presStyleLbl="alignNode1" presStyleIdx="3" presStyleCnt="5"/>
      <dgm:spPr/>
    </dgm:pt>
    <dgm:pt modelId="{A270FD4C-7F53-4BAB-93C6-5FF1A06B59A5}" type="pres">
      <dgm:prSet presAssocID="{286ED2D8-331C-47C8-98F5-36AFFE2AB66E}" presName="horz1" presStyleCnt="0"/>
      <dgm:spPr/>
    </dgm:pt>
    <dgm:pt modelId="{AE14F20C-AB1C-486B-BA52-28E9171A5929}" type="pres">
      <dgm:prSet presAssocID="{286ED2D8-331C-47C8-98F5-36AFFE2AB66E}" presName="tx1" presStyleLbl="revTx" presStyleIdx="3" presStyleCnt="5"/>
      <dgm:spPr/>
    </dgm:pt>
    <dgm:pt modelId="{EF797F51-A8D5-4623-B152-600955101232}" type="pres">
      <dgm:prSet presAssocID="{286ED2D8-331C-47C8-98F5-36AFFE2AB66E}" presName="vert1" presStyleCnt="0"/>
      <dgm:spPr/>
    </dgm:pt>
    <dgm:pt modelId="{54C0509E-3AA3-45A6-A7D1-D679E7C967AF}" type="pres">
      <dgm:prSet presAssocID="{2974B1AA-177E-451B-9A77-5DEA418B2694}" presName="thickLine" presStyleLbl="alignNode1" presStyleIdx="4" presStyleCnt="5"/>
      <dgm:spPr/>
    </dgm:pt>
    <dgm:pt modelId="{D0CEAEB8-827F-4987-8A65-A1645E164C56}" type="pres">
      <dgm:prSet presAssocID="{2974B1AA-177E-451B-9A77-5DEA418B2694}" presName="horz1" presStyleCnt="0"/>
      <dgm:spPr/>
    </dgm:pt>
    <dgm:pt modelId="{5337335A-7FAC-4314-93CD-4740E1DE966C}" type="pres">
      <dgm:prSet presAssocID="{2974B1AA-177E-451B-9A77-5DEA418B2694}" presName="tx1" presStyleLbl="revTx" presStyleIdx="4" presStyleCnt="5"/>
      <dgm:spPr/>
    </dgm:pt>
    <dgm:pt modelId="{61443FCE-79DE-4443-85C8-D13D1C2E41B3}" type="pres">
      <dgm:prSet presAssocID="{2974B1AA-177E-451B-9A77-5DEA418B2694}" presName="vert1" presStyleCnt="0"/>
      <dgm:spPr/>
    </dgm:pt>
  </dgm:ptLst>
  <dgm:cxnLst>
    <dgm:cxn modelId="{25E15E21-B61A-4330-A74F-E8CF73149438}" srcId="{63F6964E-EB2B-454C-AB06-7DFE3D8B277D}" destId="{953613AB-BD95-4064-A093-6A7669AB71E0}" srcOrd="2" destOrd="0" parTransId="{3D6B4BE6-0A1B-409E-A7B6-18F4319CE1B3}" sibTransId="{8518409C-3014-42F8-B92B-7C04E852162B}"/>
    <dgm:cxn modelId="{B54C8331-3E2E-4A55-A445-842F6EDDBBAB}" srcId="{63F6964E-EB2B-454C-AB06-7DFE3D8B277D}" destId="{2974B1AA-177E-451B-9A77-5DEA418B2694}" srcOrd="4" destOrd="0" parTransId="{9E612634-B45E-457C-A3ED-F1D7FA74B2F2}" sibTransId="{5EBCFCAB-36A5-4682-B8D6-AC9BAB006DFF}"/>
    <dgm:cxn modelId="{673A7233-17AD-4BC9-93AA-15CD29FCD588}" type="presOf" srcId="{E7588C46-C6C7-4EE4-9ED4-A98FCFF27135}" destId="{9A09FA49-6244-4E87-BDD5-62D7C77DF854}" srcOrd="0" destOrd="0" presId="urn:microsoft.com/office/officeart/2008/layout/LinedList"/>
    <dgm:cxn modelId="{49507B34-EA69-421F-88C1-85E633B8A34A}" type="presOf" srcId="{953613AB-BD95-4064-A093-6A7669AB71E0}" destId="{2894874E-711D-4D01-B886-FDE5BDB0F2FA}" srcOrd="0" destOrd="0" presId="urn:microsoft.com/office/officeart/2008/layout/LinedList"/>
    <dgm:cxn modelId="{8EB25338-9300-40EB-8238-5DC10753794D}" type="presOf" srcId="{286ED2D8-331C-47C8-98F5-36AFFE2AB66E}" destId="{AE14F20C-AB1C-486B-BA52-28E9171A5929}" srcOrd="0" destOrd="0" presId="urn:microsoft.com/office/officeart/2008/layout/LinedList"/>
    <dgm:cxn modelId="{82FF143E-8F69-4DD0-BFAF-F1BAA5DB4439}" type="presOf" srcId="{5A0ECB67-4450-4159-A977-7B3C72596579}" destId="{771EFD89-EDEA-47BD-B4BA-C9C49814B803}" srcOrd="0" destOrd="0" presId="urn:microsoft.com/office/officeart/2008/layout/LinedList"/>
    <dgm:cxn modelId="{9DA16B60-18E2-4CA5-985C-009ADBFA9BBA}" srcId="{63F6964E-EB2B-454C-AB06-7DFE3D8B277D}" destId="{5A0ECB67-4450-4159-A977-7B3C72596579}" srcOrd="1" destOrd="0" parTransId="{6C9164FC-2B96-473D-88C5-2537D977F1DE}" sibTransId="{93AA0166-7193-426B-9FFF-2A93DA6DF774}"/>
    <dgm:cxn modelId="{A466BE73-3DE6-4856-B103-7471347F9069}" type="presOf" srcId="{63F6964E-EB2B-454C-AB06-7DFE3D8B277D}" destId="{CBA6A322-8984-4EC3-9112-432D7E881944}" srcOrd="0" destOrd="0" presId="urn:microsoft.com/office/officeart/2008/layout/LinedList"/>
    <dgm:cxn modelId="{CE1FC97F-00EF-46E3-AC4B-CB340A8B7904}" srcId="{63F6964E-EB2B-454C-AB06-7DFE3D8B277D}" destId="{286ED2D8-331C-47C8-98F5-36AFFE2AB66E}" srcOrd="3" destOrd="0" parTransId="{8BB1D13E-90A9-498C-A43C-D6CAD9D44F8F}" sibTransId="{BD823999-4146-45D0-BD13-CED1D687EE5F}"/>
    <dgm:cxn modelId="{4E774C98-0563-446E-ACDA-8E5F32559DBF}" srcId="{63F6964E-EB2B-454C-AB06-7DFE3D8B277D}" destId="{E7588C46-C6C7-4EE4-9ED4-A98FCFF27135}" srcOrd="0" destOrd="0" parTransId="{33BDE736-70BD-4F6D-AAD0-1EC38450110D}" sibTransId="{4C9D0705-9297-4DD0-A1FC-3DA7A5FEC3C0}"/>
    <dgm:cxn modelId="{9ECB78F7-7123-41E2-B4F2-3E3AD34A504A}" type="presOf" srcId="{2974B1AA-177E-451B-9A77-5DEA418B2694}" destId="{5337335A-7FAC-4314-93CD-4740E1DE966C}" srcOrd="0" destOrd="0" presId="urn:microsoft.com/office/officeart/2008/layout/LinedList"/>
    <dgm:cxn modelId="{B31BF91D-CDD2-46B5-A867-7AD8E5D020BA}" type="presParOf" srcId="{CBA6A322-8984-4EC3-9112-432D7E881944}" destId="{5BD20370-A20C-413C-9BEF-3AEE90CA1460}" srcOrd="0" destOrd="0" presId="urn:microsoft.com/office/officeart/2008/layout/LinedList"/>
    <dgm:cxn modelId="{E6D2B58C-4221-468C-9219-F42666285882}" type="presParOf" srcId="{CBA6A322-8984-4EC3-9112-432D7E881944}" destId="{CA0BB989-7AD8-4AD2-BB3E-AE1DFCE344AD}" srcOrd="1" destOrd="0" presId="urn:microsoft.com/office/officeart/2008/layout/LinedList"/>
    <dgm:cxn modelId="{72525A0B-0DD9-4A1C-A0BF-05134DC4F7D3}" type="presParOf" srcId="{CA0BB989-7AD8-4AD2-BB3E-AE1DFCE344AD}" destId="{9A09FA49-6244-4E87-BDD5-62D7C77DF854}" srcOrd="0" destOrd="0" presId="urn:microsoft.com/office/officeart/2008/layout/LinedList"/>
    <dgm:cxn modelId="{63EBF2F5-EB99-4E13-B058-56A8DE890DDB}" type="presParOf" srcId="{CA0BB989-7AD8-4AD2-BB3E-AE1DFCE344AD}" destId="{4B8BDBF0-BF17-4FD5-A0CC-0AF534F5EE6B}" srcOrd="1" destOrd="0" presId="urn:microsoft.com/office/officeart/2008/layout/LinedList"/>
    <dgm:cxn modelId="{6DCD87D9-42D1-4C25-8D7F-5FF62C72365A}" type="presParOf" srcId="{CBA6A322-8984-4EC3-9112-432D7E881944}" destId="{DC9AAE0B-6F14-4C88-BB6F-257A8D5C3834}" srcOrd="2" destOrd="0" presId="urn:microsoft.com/office/officeart/2008/layout/LinedList"/>
    <dgm:cxn modelId="{6EEFFD4F-B806-48C4-A365-01E2B48AE062}" type="presParOf" srcId="{CBA6A322-8984-4EC3-9112-432D7E881944}" destId="{B9C74974-B125-4589-A142-16FB8FB00025}" srcOrd="3" destOrd="0" presId="urn:microsoft.com/office/officeart/2008/layout/LinedList"/>
    <dgm:cxn modelId="{EDAFFC6A-F9A3-450F-AF1A-D304A23F83F5}" type="presParOf" srcId="{B9C74974-B125-4589-A142-16FB8FB00025}" destId="{771EFD89-EDEA-47BD-B4BA-C9C49814B803}" srcOrd="0" destOrd="0" presId="urn:microsoft.com/office/officeart/2008/layout/LinedList"/>
    <dgm:cxn modelId="{3161B20E-6667-4DC7-A228-D8FDD4CF341B}" type="presParOf" srcId="{B9C74974-B125-4589-A142-16FB8FB00025}" destId="{32273E03-527F-49FC-A7F6-A10FD2AEF0E7}" srcOrd="1" destOrd="0" presId="urn:microsoft.com/office/officeart/2008/layout/LinedList"/>
    <dgm:cxn modelId="{E5DFE15F-F7FF-46AE-81FE-EEF06A1E429B}" type="presParOf" srcId="{CBA6A322-8984-4EC3-9112-432D7E881944}" destId="{296CA164-1D14-49F4-A9C9-3EB5BDCC51A9}" srcOrd="4" destOrd="0" presId="urn:microsoft.com/office/officeart/2008/layout/LinedList"/>
    <dgm:cxn modelId="{FD20A143-84DA-4CCD-9508-1438F9751A5E}" type="presParOf" srcId="{CBA6A322-8984-4EC3-9112-432D7E881944}" destId="{6E73FA4A-FBF1-4715-9A0B-960CEE169B62}" srcOrd="5" destOrd="0" presId="urn:microsoft.com/office/officeart/2008/layout/LinedList"/>
    <dgm:cxn modelId="{B5CEAB85-2503-4113-8CD1-0E7150366222}" type="presParOf" srcId="{6E73FA4A-FBF1-4715-9A0B-960CEE169B62}" destId="{2894874E-711D-4D01-B886-FDE5BDB0F2FA}" srcOrd="0" destOrd="0" presId="urn:microsoft.com/office/officeart/2008/layout/LinedList"/>
    <dgm:cxn modelId="{BBE3E814-9088-4218-BEC5-84405473A25F}" type="presParOf" srcId="{6E73FA4A-FBF1-4715-9A0B-960CEE169B62}" destId="{CACCC6AD-93F7-4447-B237-7E6E303A0EB8}" srcOrd="1" destOrd="0" presId="urn:microsoft.com/office/officeart/2008/layout/LinedList"/>
    <dgm:cxn modelId="{8D28AEF8-D231-4BA0-A9BA-F42DF0B806D3}" type="presParOf" srcId="{CBA6A322-8984-4EC3-9112-432D7E881944}" destId="{46A3FF9D-6F06-459D-A105-D7614CB1C7A1}" srcOrd="6" destOrd="0" presId="urn:microsoft.com/office/officeart/2008/layout/LinedList"/>
    <dgm:cxn modelId="{F0249E0F-4C93-46EE-9160-2DE6CF55685E}" type="presParOf" srcId="{CBA6A322-8984-4EC3-9112-432D7E881944}" destId="{A270FD4C-7F53-4BAB-93C6-5FF1A06B59A5}" srcOrd="7" destOrd="0" presId="urn:microsoft.com/office/officeart/2008/layout/LinedList"/>
    <dgm:cxn modelId="{072BCD75-6EAA-42CF-8C8E-36123EF86615}" type="presParOf" srcId="{A270FD4C-7F53-4BAB-93C6-5FF1A06B59A5}" destId="{AE14F20C-AB1C-486B-BA52-28E9171A5929}" srcOrd="0" destOrd="0" presId="urn:microsoft.com/office/officeart/2008/layout/LinedList"/>
    <dgm:cxn modelId="{FA30FFBF-7AC4-4322-879A-6CF2E4CD822C}" type="presParOf" srcId="{A270FD4C-7F53-4BAB-93C6-5FF1A06B59A5}" destId="{EF797F51-A8D5-4623-B152-600955101232}" srcOrd="1" destOrd="0" presId="urn:microsoft.com/office/officeart/2008/layout/LinedList"/>
    <dgm:cxn modelId="{A93DECCE-30BA-4DC4-A4CC-0F5CDC0A0E33}" type="presParOf" srcId="{CBA6A322-8984-4EC3-9112-432D7E881944}" destId="{54C0509E-3AA3-45A6-A7D1-D679E7C967AF}" srcOrd="8" destOrd="0" presId="urn:microsoft.com/office/officeart/2008/layout/LinedList"/>
    <dgm:cxn modelId="{07A6D306-EB04-4070-808D-D1673267A166}" type="presParOf" srcId="{CBA6A322-8984-4EC3-9112-432D7E881944}" destId="{D0CEAEB8-827F-4987-8A65-A1645E164C56}" srcOrd="9" destOrd="0" presId="urn:microsoft.com/office/officeart/2008/layout/LinedList"/>
    <dgm:cxn modelId="{48AFB29C-D163-4674-9710-2296D64855A6}" type="presParOf" srcId="{D0CEAEB8-827F-4987-8A65-A1645E164C56}" destId="{5337335A-7FAC-4314-93CD-4740E1DE966C}" srcOrd="0" destOrd="0" presId="urn:microsoft.com/office/officeart/2008/layout/LinedList"/>
    <dgm:cxn modelId="{F92AE16C-7406-4BEB-8A61-E0FA456BD2BE}" type="presParOf" srcId="{D0CEAEB8-827F-4987-8A65-A1645E164C56}" destId="{61443FCE-79DE-4443-85C8-D13D1C2E41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F6964E-EB2B-454C-AB06-7DFE3D8B277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588C46-C6C7-4EE4-9ED4-A98FCFF27135}">
      <dgm:prSet/>
      <dgm:spPr/>
      <dgm:t>
        <a:bodyPr/>
        <a:lstStyle/>
        <a:p>
          <a:r>
            <a:rPr lang="en-US"/>
            <a:t>CV ja LinkedIn: tööriistad, projektid, kogemus</a:t>
          </a:r>
        </a:p>
      </dgm:t>
    </dgm:pt>
    <dgm:pt modelId="{33BDE736-70BD-4F6D-AAD0-1EC38450110D}" type="parTrans" cxnId="{4E774C98-0563-446E-ACDA-8E5F32559DBF}">
      <dgm:prSet/>
      <dgm:spPr/>
      <dgm:t>
        <a:bodyPr/>
        <a:lstStyle/>
        <a:p>
          <a:endParaRPr lang="en-US"/>
        </a:p>
      </dgm:t>
    </dgm:pt>
    <dgm:pt modelId="{4C9D0705-9297-4DD0-A1FC-3DA7A5FEC3C0}" type="sibTrans" cxnId="{4E774C98-0563-446E-ACDA-8E5F32559DBF}">
      <dgm:prSet/>
      <dgm:spPr/>
      <dgm:t>
        <a:bodyPr/>
        <a:lstStyle/>
        <a:p>
          <a:endParaRPr lang="en-US"/>
        </a:p>
      </dgm:t>
    </dgm:pt>
    <dgm:pt modelId="{5A0ECB67-4450-4159-A977-7B3C72596579}">
      <dgm:prSet/>
      <dgm:spPr/>
      <dgm:t>
        <a:bodyPr/>
        <a:lstStyle/>
        <a:p>
          <a:r>
            <a:rPr lang="en-US"/>
            <a:t>Portfoolio: dashboardi eesmärk ja kasutatavus</a:t>
          </a:r>
        </a:p>
      </dgm:t>
    </dgm:pt>
    <dgm:pt modelId="{6C9164FC-2B96-473D-88C5-2537D977F1DE}" type="parTrans" cxnId="{9DA16B60-18E2-4CA5-985C-009ADBFA9BBA}">
      <dgm:prSet/>
      <dgm:spPr/>
      <dgm:t>
        <a:bodyPr/>
        <a:lstStyle/>
        <a:p>
          <a:endParaRPr lang="en-US"/>
        </a:p>
      </dgm:t>
    </dgm:pt>
    <dgm:pt modelId="{93AA0166-7193-426B-9FFF-2A93DA6DF774}" type="sibTrans" cxnId="{9DA16B60-18E2-4CA5-985C-009ADBFA9BBA}">
      <dgm:prSet/>
      <dgm:spPr/>
      <dgm:t>
        <a:bodyPr/>
        <a:lstStyle/>
        <a:p>
          <a:endParaRPr lang="en-US"/>
        </a:p>
      </dgm:t>
    </dgm:pt>
    <dgm:pt modelId="{953613AB-BD95-4064-A093-6A7669AB71E0}">
      <dgm:prSet/>
      <dgm:spPr/>
      <dgm:t>
        <a:bodyPr/>
        <a:lstStyle/>
        <a:p>
          <a:r>
            <a:rPr lang="en-US"/>
            <a:t>Intervjuu: praktiline ülesanne</a:t>
          </a:r>
        </a:p>
      </dgm:t>
    </dgm:pt>
    <dgm:pt modelId="{3D6B4BE6-0A1B-409E-A7B6-18F4319CE1B3}" type="parTrans" cxnId="{25E15E21-B61A-4330-A74F-E8CF73149438}">
      <dgm:prSet/>
      <dgm:spPr/>
      <dgm:t>
        <a:bodyPr/>
        <a:lstStyle/>
        <a:p>
          <a:endParaRPr lang="en-US"/>
        </a:p>
      </dgm:t>
    </dgm:pt>
    <dgm:pt modelId="{8518409C-3014-42F8-B92B-7C04E852162B}" type="sibTrans" cxnId="{25E15E21-B61A-4330-A74F-E8CF73149438}">
      <dgm:prSet/>
      <dgm:spPr/>
      <dgm:t>
        <a:bodyPr/>
        <a:lstStyle/>
        <a:p>
          <a:endParaRPr lang="en-US"/>
        </a:p>
      </dgm:t>
    </dgm:pt>
    <dgm:pt modelId="{286ED2D8-331C-47C8-98F5-36AFFE2AB66E}">
      <dgm:prSet/>
      <dgm:spPr/>
      <dgm:t>
        <a:bodyPr/>
        <a:lstStyle/>
        <a:p>
          <a:r>
            <a:rPr lang="en-US"/>
            <a:t>Hindamisel vaadata nii tehnilist kui ka ärilist poolt</a:t>
          </a:r>
        </a:p>
      </dgm:t>
    </dgm:pt>
    <dgm:pt modelId="{8BB1D13E-90A9-498C-A43C-D6CAD9D44F8F}" type="parTrans" cxnId="{CE1FC97F-00EF-46E3-AC4B-CB340A8B7904}">
      <dgm:prSet/>
      <dgm:spPr/>
      <dgm:t>
        <a:bodyPr/>
        <a:lstStyle/>
        <a:p>
          <a:endParaRPr lang="en-US"/>
        </a:p>
      </dgm:t>
    </dgm:pt>
    <dgm:pt modelId="{BD823999-4146-45D0-BD13-CED1D687EE5F}" type="sibTrans" cxnId="{CE1FC97F-00EF-46E3-AC4B-CB340A8B7904}">
      <dgm:prSet/>
      <dgm:spPr/>
      <dgm:t>
        <a:bodyPr/>
        <a:lstStyle/>
        <a:p>
          <a:endParaRPr lang="en-US"/>
        </a:p>
      </dgm:t>
    </dgm:pt>
    <dgm:pt modelId="{CBA6A322-8984-4EC3-9112-432D7E881944}" type="pres">
      <dgm:prSet presAssocID="{63F6964E-EB2B-454C-AB06-7DFE3D8B277D}" presName="vert0" presStyleCnt="0">
        <dgm:presLayoutVars>
          <dgm:dir/>
          <dgm:animOne val="branch"/>
          <dgm:animLvl val="lvl"/>
        </dgm:presLayoutVars>
      </dgm:prSet>
      <dgm:spPr/>
    </dgm:pt>
    <dgm:pt modelId="{5BD20370-A20C-413C-9BEF-3AEE90CA1460}" type="pres">
      <dgm:prSet presAssocID="{E7588C46-C6C7-4EE4-9ED4-A98FCFF27135}" presName="thickLine" presStyleLbl="alignNode1" presStyleIdx="0" presStyleCnt="4"/>
      <dgm:spPr/>
    </dgm:pt>
    <dgm:pt modelId="{CA0BB989-7AD8-4AD2-BB3E-AE1DFCE344AD}" type="pres">
      <dgm:prSet presAssocID="{E7588C46-C6C7-4EE4-9ED4-A98FCFF27135}" presName="horz1" presStyleCnt="0"/>
      <dgm:spPr/>
    </dgm:pt>
    <dgm:pt modelId="{9A09FA49-6244-4E87-BDD5-62D7C77DF854}" type="pres">
      <dgm:prSet presAssocID="{E7588C46-C6C7-4EE4-9ED4-A98FCFF27135}" presName="tx1" presStyleLbl="revTx" presStyleIdx="0" presStyleCnt="4"/>
      <dgm:spPr/>
    </dgm:pt>
    <dgm:pt modelId="{4B8BDBF0-BF17-4FD5-A0CC-0AF534F5EE6B}" type="pres">
      <dgm:prSet presAssocID="{E7588C46-C6C7-4EE4-9ED4-A98FCFF27135}" presName="vert1" presStyleCnt="0"/>
      <dgm:spPr/>
    </dgm:pt>
    <dgm:pt modelId="{DC9AAE0B-6F14-4C88-BB6F-257A8D5C3834}" type="pres">
      <dgm:prSet presAssocID="{5A0ECB67-4450-4159-A977-7B3C72596579}" presName="thickLine" presStyleLbl="alignNode1" presStyleIdx="1" presStyleCnt="4"/>
      <dgm:spPr/>
    </dgm:pt>
    <dgm:pt modelId="{B9C74974-B125-4589-A142-16FB8FB00025}" type="pres">
      <dgm:prSet presAssocID="{5A0ECB67-4450-4159-A977-7B3C72596579}" presName="horz1" presStyleCnt="0"/>
      <dgm:spPr/>
    </dgm:pt>
    <dgm:pt modelId="{771EFD89-EDEA-47BD-B4BA-C9C49814B803}" type="pres">
      <dgm:prSet presAssocID="{5A0ECB67-4450-4159-A977-7B3C72596579}" presName="tx1" presStyleLbl="revTx" presStyleIdx="1" presStyleCnt="4"/>
      <dgm:spPr/>
    </dgm:pt>
    <dgm:pt modelId="{32273E03-527F-49FC-A7F6-A10FD2AEF0E7}" type="pres">
      <dgm:prSet presAssocID="{5A0ECB67-4450-4159-A977-7B3C72596579}" presName="vert1" presStyleCnt="0"/>
      <dgm:spPr/>
    </dgm:pt>
    <dgm:pt modelId="{296CA164-1D14-49F4-A9C9-3EB5BDCC51A9}" type="pres">
      <dgm:prSet presAssocID="{953613AB-BD95-4064-A093-6A7669AB71E0}" presName="thickLine" presStyleLbl="alignNode1" presStyleIdx="2" presStyleCnt="4"/>
      <dgm:spPr/>
    </dgm:pt>
    <dgm:pt modelId="{6E73FA4A-FBF1-4715-9A0B-960CEE169B62}" type="pres">
      <dgm:prSet presAssocID="{953613AB-BD95-4064-A093-6A7669AB71E0}" presName="horz1" presStyleCnt="0"/>
      <dgm:spPr/>
    </dgm:pt>
    <dgm:pt modelId="{2894874E-711D-4D01-B886-FDE5BDB0F2FA}" type="pres">
      <dgm:prSet presAssocID="{953613AB-BD95-4064-A093-6A7669AB71E0}" presName="tx1" presStyleLbl="revTx" presStyleIdx="2" presStyleCnt="4"/>
      <dgm:spPr/>
    </dgm:pt>
    <dgm:pt modelId="{CACCC6AD-93F7-4447-B237-7E6E303A0EB8}" type="pres">
      <dgm:prSet presAssocID="{953613AB-BD95-4064-A093-6A7669AB71E0}" presName="vert1" presStyleCnt="0"/>
      <dgm:spPr/>
    </dgm:pt>
    <dgm:pt modelId="{46A3FF9D-6F06-459D-A105-D7614CB1C7A1}" type="pres">
      <dgm:prSet presAssocID="{286ED2D8-331C-47C8-98F5-36AFFE2AB66E}" presName="thickLine" presStyleLbl="alignNode1" presStyleIdx="3" presStyleCnt="4"/>
      <dgm:spPr/>
    </dgm:pt>
    <dgm:pt modelId="{A270FD4C-7F53-4BAB-93C6-5FF1A06B59A5}" type="pres">
      <dgm:prSet presAssocID="{286ED2D8-331C-47C8-98F5-36AFFE2AB66E}" presName="horz1" presStyleCnt="0"/>
      <dgm:spPr/>
    </dgm:pt>
    <dgm:pt modelId="{AE14F20C-AB1C-486B-BA52-28E9171A5929}" type="pres">
      <dgm:prSet presAssocID="{286ED2D8-331C-47C8-98F5-36AFFE2AB66E}" presName="tx1" presStyleLbl="revTx" presStyleIdx="3" presStyleCnt="4"/>
      <dgm:spPr/>
    </dgm:pt>
    <dgm:pt modelId="{EF797F51-A8D5-4623-B152-600955101232}" type="pres">
      <dgm:prSet presAssocID="{286ED2D8-331C-47C8-98F5-36AFFE2AB66E}" presName="vert1" presStyleCnt="0"/>
      <dgm:spPr/>
    </dgm:pt>
  </dgm:ptLst>
  <dgm:cxnLst>
    <dgm:cxn modelId="{25E15E21-B61A-4330-A74F-E8CF73149438}" srcId="{63F6964E-EB2B-454C-AB06-7DFE3D8B277D}" destId="{953613AB-BD95-4064-A093-6A7669AB71E0}" srcOrd="2" destOrd="0" parTransId="{3D6B4BE6-0A1B-409E-A7B6-18F4319CE1B3}" sibTransId="{8518409C-3014-42F8-B92B-7C04E852162B}"/>
    <dgm:cxn modelId="{9DA16B60-18E2-4CA5-985C-009ADBFA9BBA}" srcId="{63F6964E-EB2B-454C-AB06-7DFE3D8B277D}" destId="{5A0ECB67-4450-4159-A977-7B3C72596579}" srcOrd="1" destOrd="0" parTransId="{6C9164FC-2B96-473D-88C5-2537D977F1DE}" sibTransId="{93AA0166-7193-426B-9FFF-2A93DA6DF774}"/>
    <dgm:cxn modelId="{2DC6826B-5A0F-41A2-AAA7-755882176643}" type="presOf" srcId="{286ED2D8-331C-47C8-98F5-36AFFE2AB66E}" destId="{AE14F20C-AB1C-486B-BA52-28E9171A5929}" srcOrd="0" destOrd="0" presId="urn:microsoft.com/office/officeart/2008/layout/LinedList"/>
    <dgm:cxn modelId="{A466BE73-3DE6-4856-B103-7471347F9069}" type="presOf" srcId="{63F6964E-EB2B-454C-AB06-7DFE3D8B277D}" destId="{CBA6A322-8984-4EC3-9112-432D7E881944}" srcOrd="0" destOrd="0" presId="urn:microsoft.com/office/officeart/2008/layout/LinedList"/>
    <dgm:cxn modelId="{CE1FC97F-00EF-46E3-AC4B-CB340A8B7904}" srcId="{63F6964E-EB2B-454C-AB06-7DFE3D8B277D}" destId="{286ED2D8-331C-47C8-98F5-36AFFE2AB66E}" srcOrd="3" destOrd="0" parTransId="{8BB1D13E-90A9-498C-A43C-D6CAD9D44F8F}" sibTransId="{BD823999-4146-45D0-BD13-CED1D687EE5F}"/>
    <dgm:cxn modelId="{4E774C98-0563-446E-ACDA-8E5F32559DBF}" srcId="{63F6964E-EB2B-454C-AB06-7DFE3D8B277D}" destId="{E7588C46-C6C7-4EE4-9ED4-A98FCFF27135}" srcOrd="0" destOrd="0" parTransId="{33BDE736-70BD-4F6D-AAD0-1EC38450110D}" sibTransId="{4C9D0705-9297-4DD0-A1FC-3DA7A5FEC3C0}"/>
    <dgm:cxn modelId="{767C359F-2B84-45CB-8A14-9362E00E8B22}" type="presOf" srcId="{5A0ECB67-4450-4159-A977-7B3C72596579}" destId="{771EFD89-EDEA-47BD-B4BA-C9C49814B803}" srcOrd="0" destOrd="0" presId="urn:microsoft.com/office/officeart/2008/layout/LinedList"/>
    <dgm:cxn modelId="{1096DAB9-CCC5-4CA1-98CC-9C304F53D3C9}" type="presOf" srcId="{E7588C46-C6C7-4EE4-9ED4-A98FCFF27135}" destId="{9A09FA49-6244-4E87-BDD5-62D7C77DF854}" srcOrd="0" destOrd="0" presId="urn:microsoft.com/office/officeart/2008/layout/LinedList"/>
    <dgm:cxn modelId="{5EC2DFCB-978F-45D0-A1D9-D1AFACF7152E}" type="presOf" srcId="{953613AB-BD95-4064-A093-6A7669AB71E0}" destId="{2894874E-711D-4D01-B886-FDE5BDB0F2FA}" srcOrd="0" destOrd="0" presId="urn:microsoft.com/office/officeart/2008/layout/LinedList"/>
    <dgm:cxn modelId="{22F8FB4C-D391-4045-B2BA-AA7A1BDC76FA}" type="presParOf" srcId="{CBA6A322-8984-4EC3-9112-432D7E881944}" destId="{5BD20370-A20C-413C-9BEF-3AEE90CA1460}" srcOrd="0" destOrd="0" presId="urn:microsoft.com/office/officeart/2008/layout/LinedList"/>
    <dgm:cxn modelId="{E13F9E72-6249-4AC9-ACAD-939AE84949B1}" type="presParOf" srcId="{CBA6A322-8984-4EC3-9112-432D7E881944}" destId="{CA0BB989-7AD8-4AD2-BB3E-AE1DFCE344AD}" srcOrd="1" destOrd="0" presId="urn:microsoft.com/office/officeart/2008/layout/LinedList"/>
    <dgm:cxn modelId="{72C52EF4-27C7-41F7-A222-CED28BB37082}" type="presParOf" srcId="{CA0BB989-7AD8-4AD2-BB3E-AE1DFCE344AD}" destId="{9A09FA49-6244-4E87-BDD5-62D7C77DF854}" srcOrd="0" destOrd="0" presId="urn:microsoft.com/office/officeart/2008/layout/LinedList"/>
    <dgm:cxn modelId="{209EA45F-55B0-4853-8728-E36EEB68FC4A}" type="presParOf" srcId="{CA0BB989-7AD8-4AD2-BB3E-AE1DFCE344AD}" destId="{4B8BDBF0-BF17-4FD5-A0CC-0AF534F5EE6B}" srcOrd="1" destOrd="0" presId="urn:microsoft.com/office/officeart/2008/layout/LinedList"/>
    <dgm:cxn modelId="{94004D0F-F4E7-4735-9602-7767E66A171A}" type="presParOf" srcId="{CBA6A322-8984-4EC3-9112-432D7E881944}" destId="{DC9AAE0B-6F14-4C88-BB6F-257A8D5C3834}" srcOrd="2" destOrd="0" presId="urn:microsoft.com/office/officeart/2008/layout/LinedList"/>
    <dgm:cxn modelId="{986C18B4-0211-42FE-8B2A-4AE32892DCDE}" type="presParOf" srcId="{CBA6A322-8984-4EC3-9112-432D7E881944}" destId="{B9C74974-B125-4589-A142-16FB8FB00025}" srcOrd="3" destOrd="0" presId="urn:microsoft.com/office/officeart/2008/layout/LinedList"/>
    <dgm:cxn modelId="{83B975C6-B6A2-4BAA-9D13-838D22AE8565}" type="presParOf" srcId="{B9C74974-B125-4589-A142-16FB8FB00025}" destId="{771EFD89-EDEA-47BD-B4BA-C9C49814B803}" srcOrd="0" destOrd="0" presId="urn:microsoft.com/office/officeart/2008/layout/LinedList"/>
    <dgm:cxn modelId="{E90A2F1F-49C8-47B3-A7F9-4792416E0899}" type="presParOf" srcId="{B9C74974-B125-4589-A142-16FB8FB00025}" destId="{32273E03-527F-49FC-A7F6-A10FD2AEF0E7}" srcOrd="1" destOrd="0" presId="urn:microsoft.com/office/officeart/2008/layout/LinedList"/>
    <dgm:cxn modelId="{5EC4339C-9C5A-4657-82D1-3978523E4718}" type="presParOf" srcId="{CBA6A322-8984-4EC3-9112-432D7E881944}" destId="{296CA164-1D14-49F4-A9C9-3EB5BDCC51A9}" srcOrd="4" destOrd="0" presId="urn:microsoft.com/office/officeart/2008/layout/LinedList"/>
    <dgm:cxn modelId="{B595C5AE-4E97-4DCA-AE9F-8947A8D73B97}" type="presParOf" srcId="{CBA6A322-8984-4EC3-9112-432D7E881944}" destId="{6E73FA4A-FBF1-4715-9A0B-960CEE169B62}" srcOrd="5" destOrd="0" presId="urn:microsoft.com/office/officeart/2008/layout/LinedList"/>
    <dgm:cxn modelId="{10DC0E95-9205-4164-9C39-94478E32393B}" type="presParOf" srcId="{6E73FA4A-FBF1-4715-9A0B-960CEE169B62}" destId="{2894874E-711D-4D01-B886-FDE5BDB0F2FA}" srcOrd="0" destOrd="0" presId="urn:microsoft.com/office/officeart/2008/layout/LinedList"/>
    <dgm:cxn modelId="{D5D5CD7B-612B-4F6F-BA44-B15CAB72A5E1}" type="presParOf" srcId="{6E73FA4A-FBF1-4715-9A0B-960CEE169B62}" destId="{CACCC6AD-93F7-4447-B237-7E6E303A0EB8}" srcOrd="1" destOrd="0" presId="urn:microsoft.com/office/officeart/2008/layout/LinedList"/>
    <dgm:cxn modelId="{1AE95D2C-3FB9-4134-8A37-0F680E79ECAC}" type="presParOf" srcId="{CBA6A322-8984-4EC3-9112-432D7E881944}" destId="{46A3FF9D-6F06-459D-A105-D7614CB1C7A1}" srcOrd="6" destOrd="0" presId="urn:microsoft.com/office/officeart/2008/layout/LinedList"/>
    <dgm:cxn modelId="{DFB5E929-EB12-429D-B8F9-928F438A0AE8}" type="presParOf" srcId="{CBA6A322-8984-4EC3-9112-432D7E881944}" destId="{A270FD4C-7F53-4BAB-93C6-5FF1A06B59A5}" srcOrd="7" destOrd="0" presId="urn:microsoft.com/office/officeart/2008/layout/LinedList"/>
    <dgm:cxn modelId="{6CD45B77-70CB-40A8-9E6B-E4D269C37177}" type="presParOf" srcId="{A270FD4C-7F53-4BAB-93C6-5FF1A06B59A5}" destId="{AE14F20C-AB1C-486B-BA52-28E9171A5929}" srcOrd="0" destOrd="0" presId="urn:microsoft.com/office/officeart/2008/layout/LinedList"/>
    <dgm:cxn modelId="{E422BEDA-47EB-49E6-9D3A-BBDC191072D6}" type="presParOf" srcId="{A270FD4C-7F53-4BAB-93C6-5FF1A06B59A5}" destId="{EF797F51-A8D5-4623-B152-6009551012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678F62-FDA0-43B1-A700-B5264EC90E3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81DCBF-5F47-4D7E-B341-0AA45FE8CD0E}">
      <dgm:prSet/>
      <dgm:spPr/>
      <dgm:t>
        <a:bodyPr/>
        <a:lstStyle/>
        <a:p>
          <a:r>
            <a:rPr lang="en-US"/>
            <a:t>Küsimus: “Millised 5 KPI-d paneksid UrbanStyle’i müügidashboardile ja miks?”</a:t>
          </a:r>
        </a:p>
      </dgm:t>
    </dgm:pt>
    <dgm:pt modelId="{0591ECB5-37D0-4B5D-9C26-643F159AFC75}" type="parTrans" cxnId="{05819E13-1EB8-4CDF-8F4E-94C12880FBD4}">
      <dgm:prSet/>
      <dgm:spPr/>
      <dgm:t>
        <a:bodyPr/>
        <a:lstStyle/>
        <a:p>
          <a:endParaRPr lang="en-US"/>
        </a:p>
      </dgm:t>
    </dgm:pt>
    <dgm:pt modelId="{C8DFD915-F8A6-4C52-B287-022979995E2D}" type="sibTrans" cxnId="{05819E13-1EB8-4CDF-8F4E-94C12880FBD4}">
      <dgm:prSet/>
      <dgm:spPr/>
      <dgm:t>
        <a:bodyPr/>
        <a:lstStyle/>
        <a:p>
          <a:endParaRPr lang="en-US"/>
        </a:p>
      </dgm:t>
    </dgm:pt>
    <dgm:pt modelId="{86360079-6822-4B6F-9A04-371C9282099B}">
      <dgm:prSet/>
      <dgm:spPr/>
      <dgm:t>
        <a:bodyPr/>
        <a:lstStyle/>
        <a:p>
          <a:r>
            <a:rPr lang="en-US"/>
            <a:t>Võimalikud KPI-d:</a:t>
          </a:r>
        </a:p>
      </dgm:t>
    </dgm:pt>
    <dgm:pt modelId="{23E5DEB0-81CB-4209-9EA5-5DEB018B93DB}" type="parTrans" cxnId="{77E47783-6391-4503-AD68-FBF787ECF053}">
      <dgm:prSet/>
      <dgm:spPr/>
      <dgm:t>
        <a:bodyPr/>
        <a:lstStyle/>
        <a:p>
          <a:endParaRPr lang="en-US"/>
        </a:p>
      </dgm:t>
    </dgm:pt>
    <dgm:pt modelId="{5DFA2E5B-5F71-44E7-8698-D5A2D413683E}" type="sibTrans" cxnId="{77E47783-6391-4503-AD68-FBF787ECF053}">
      <dgm:prSet/>
      <dgm:spPr/>
      <dgm:t>
        <a:bodyPr/>
        <a:lstStyle/>
        <a:p>
          <a:endParaRPr lang="en-US"/>
        </a:p>
      </dgm:t>
    </dgm:pt>
    <dgm:pt modelId="{4DFC94D4-5E74-423D-8ABD-3F2FF1F3CAEF}">
      <dgm:prSet/>
      <dgm:spPr/>
      <dgm:t>
        <a:bodyPr/>
        <a:lstStyle/>
        <a:p>
          <a:r>
            <a:rPr lang="en-US"/>
            <a:t>müügitulu;</a:t>
          </a:r>
        </a:p>
      </dgm:t>
    </dgm:pt>
    <dgm:pt modelId="{BC73B0E8-FFDA-457C-9002-AA97974B73EF}" type="parTrans" cxnId="{D6C59BFA-0B82-4A51-A9D1-4136A9107440}">
      <dgm:prSet/>
      <dgm:spPr/>
      <dgm:t>
        <a:bodyPr/>
        <a:lstStyle/>
        <a:p>
          <a:endParaRPr lang="en-US"/>
        </a:p>
      </dgm:t>
    </dgm:pt>
    <dgm:pt modelId="{502150B5-0B32-42CE-A793-5FFDA692E1E8}" type="sibTrans" cxnId="{D6C59BFA-0B82-4A51-A9D1-4136A9107440}">
      <dgm:prSet/>
      <dgm:spPr/>
      <dgm:t>
        <a:bodyPr/>
        <a:lstStyle/>
        <a:p>
          <a:endParaRPr lang="en-US"/>
        </a:p>
      </dgm:t>
    </dgm:pt>
    <dgm:pt modelId="{F7BFE6D2-96C0-4E5E-8409-D29B00B4FFF2}">
      <dgm:prSet/>
      <dgm:spPr/>
      <dgm:t>
        <a:bodyPr/>
        <a:lstStyle/>
        <a:p>
          <a:r>
            <a:rPr lang="en-US"/>
            <a:t>kasum;</a:t>
          </a:r>
        </a:p>
      </dgm:t>
    </dgm:pt>
    <dgm:pt modelId="{45EA5119-6F31-46B5-A363-93D846A72A68}" type="parTrans" cxnId="{1B0584C2-F6BA-4518-95AD-1DC8FDD62245}">
      <dgm:prSet/>
      <dgm:spPr/>
      <dgm:t>
        <a:bodyPr/>
        <a:lstStyle/>
        <a:p>
          <a:endParaRPr lang="en-US"/>
        </a:p>
      </dgm:t>
    </dgm:pt>
    <dgm:pt modelId="{58546874-6E46-4C27-BA90-A2F0AAC85FA1}" type="sibTrans" cxnId="{1B0584C2-F6BA-4518-95AD-1DC8FDD62245}">
      <dgm:prSet/>
      <dgm:spPr/>
      <dgm:t>
        <a:bodyPr/>
        <a:lstStyle/>
        <a:p>
          <a:endParaRPr lang="en-US"/>
        </a:p>
      </dgm:t>
    </dgm:pt>
    <dgm:pt modelId="{E3C4BF93-4B7A-48F6-8A8A-178FB4E022FF}">
      <dgm:prSet/>
      <dgm:spPr/>
      <dgm:t>
        <a:bodyPr/>
        <a:lstStyle/>
        <a:p>
          <a:r>
            <a:rPr lang="en-US"/>
            <a:t>tellimuste arv;</a:t>
          </a:r>
        </a:p>
      </dgm:t>
    </dgm:pt>
    <dgm:pt modelId="{3B9F29F6-D884-4E6B-90B4-314FDD753D19}" type="parTrans" cxnId="{F3F3CC41-3BDA-4477-A65C-4E235D5CBA15}">
      <dgm:prSet/>
      <dgm:spPr/>
      <dgm:t>
        <a:bodyPr/>
        <a:lstStyle/>
        <a:p>
          <a:endParaRPr lang="en-US"/>
        </a:p>
      </dgm:t>
    </dgm:pt>
    <dgm:pt modelId="{38B6DF9C-3F1C-4FC1-8CBF-8A6030A39130}" type="sibTrans" cxnId="{F3F3CC41-3BDA-4477-A65C-4E235D5CBA15}">
      <dgm:prSet/>
      <dgm:spPr/>
      <dgm:t>
        <a:bodyPr/>
        <a:lstStyle/>
        <a:p>
          <a:endParaRPr lang="en-US"/>
        </a:p>
      </dgm:t>
    </dgm:pt>
    <dgm:pt modelId="{AFDD0CBB-6D15-4BB9-8348-E93B1EF57DDB}">
      <dgm:prSet/>
      <dgm:spPr/>
      <dgm:t>
        <a:bodyPr/>
        <a:lstStyle/>
        <a:p>
          <a:r>
            <a:rPr lang="en-US"/>
            <a:t>keskmine ostukorvi väärtus;</a:t>
          </a:r>
        </a:p>
      </dgm:t>
    </dgm:pt>
    <dgm:pt modelId="{1621F3FD-1FDC-408B-A656-12BE27139746}" type="parTrans" cxnId="{D785713E-46E0-4DA8-AAAA-63AE735A8FD9}">
      <dgm:prSet/>
      <dgm:spPr/>
      <dgm:t>
        <a:bodyPr/>
        <a:lstStyle/>
        <a:p>
          <a:endParaRPr lang="en-US"/>
        </a:p>
      </dgm:t>
    </dgm:pt>
    <dgm:pt modelId="{EE1E62C9-B26D-43B5-9DD9-5061D5FE536E}" type="sibTrans" cxnId="{D785713E-46E0-4DA8-AAAA-63AE735A8FD9}">
      <dgm:prSet/>
      <dgm:spPr/>
      <dgm:t>
        <a:bodyPr/>
        <a:lstStyle/>
        <a:p>
          <a:endParaRPr lang="en-US"/>
        </a:p>
      </dgm:t>
    </dgm:pt>
    <dgm:pt modelId="{012DDD01-037A-4258-B7AA-4BD96757B9A3}">
      <dgm:prSet/>
      <dgm:spPr/>
      <dgm:t>
        <a:bodyPr/>
        <a:lstStyle/>
        <a:p>
          <a:r>
            <a:rPr lang="en-US"/>
            <a:t>tagastuste määr.</a:t>
          </a:r>
        </a:p>
      </dgm:t>
    </dgm:pt>
    <dgm:pt modelId="{B40C2CF7-4EA8-466E-B8EA-71D2EFC70665}" type="parTrans" cxnId="{D8418999-47D5-45BD-964D-E436C3092E50}">
      <dgm:prSet/>
      <dgm:spPr/>
      <dgm:t>
        <a:bodyPr/>
        <a:lstStyle/>
        <a:p>
          <a:endParaRPr lang="en-US"/>
        </a:p>
      </dgm:t>
    </dgm:pt>
    <dgm:pt modelId="{F9A80FE0-DD7E-4B4D-BB53-7E4934A48B93}" type="sibTrans" cxnId="{D8418999-47D5-45BD-964D-E436C3092E50}">
      <dgm:prSet/>
      <dgm:spPr/>
      <dgm:t>
        <a:bodyPr/>
        <a:lstStyle/>
        <a:p>
          <a:endParaRPr lang="en-US"/>
        </a:p>
      </dgm:t>
    </dgm:pt>
    <dgm:pt modelId="{9BAF3370-45D5-4667-BDA7-474228E5169D}">
      <dgm:prSet/>
      <dgm:spPr/>
      <dgm:t>
        <a:bodyPr/>
        <a:lstStyle/>
        <a:p>
          <a:r>
            <a:rPr lang="en-US"/>
            <a:t>Kandidaat peab põhjendama valikuid</a:t>
          </a:r>
        </a:p>
      </dgm:t>
    </dgm:pt>
    <dgm:pt modelId="{19A579B0-6B5E-41E3-AA30-FCD3A38392B0}" type="parTrans" cxnId="{49171B9D-66E2-4A53-874B-5987DAE5DE56}">
      <dgm:prSet/>
      <dgm:spPr/>
      <dgm:t>
        <a:bodyPr/>
        <a:lstStyle/>
        <a:p>
          <a:endParaRPr lang="en-US"/>
        </a:p>
      </dgm:t>
    </dgm:pt>
    <dgm:pt modelId="{A0387CDC-F697-4CB5-A874-5546C5878DA0}" type="sibTrans" cxnId="{49171B9D-66E2-4A53-874B-5987DAE5DE56}">
      <dgm:prSet/>
      <dgm:spPr/>
      <dgm:t>
        <a:bodyPr/>
        <a:lstStyle/>
        <a:p>
          <a:endParaRPr lang="en-US"/>
        </a:p>
      </dgm:t>
    </dgm:pt>
    <dgm:pt modelId="{9585BE6B-809C-4FDD-8A31-DEE593E26AFD}" type="pres">
      <dgm:prSet presAssocID="{9A678F62-FDA0-43B1-A700-B5264EC90E33}" presName="linear" presStyleCnt="0">
        <dgm:presLayoutVars>
          <dgm:animLvl val="lvl"/>
          <dgm:resizeHandles val="exact"/>
        </dgm:presLayoutVars>
      </dgm:prSet>
      <dgm:spPr/>
    </dgm:pt>
    <dgm:pt modelId="{6A57CB7E-383B-4BE1-A497-4D00D2FFBDD6}" type="pres">
      <dgm:prSet presAssocID="{3D81DCBF-5F47-4D7E-B341-0AA45FE8CD0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F9F1AE-D580-4A58-9383-D3D996448BD7}" type="pres">
      <dgm:prSet presAssocID="{C8DFD915-F8A6-4C52-B287-022979995E2D}" presName="spacer" presStyleCnt="0"/>
      <dgm:spPr/>
    </dgm:pt>
    <dgm:pt modelId="{81B6B011-C0C9-4590-9C7D-7065D2FFE846}" type="pres">
      <dgm:prSet presAssocID="{86360079-6822-4B6F-9A04-371C928209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2C9462-BB47-4DEC-A0D5-63A8612A6BA9}" type="pres">
      <dgm:prSet presAssocID="{86360079-6822-4B6F-9A04-371C9282099B}" presName="childText" presStyleLbl="revTx" presStyleIdx="0" presStyleCnt="1">
        <dgm:presLayoutVars>
          <dgm:bulletEnabled val="1"/>
        </dgm:presLayoutVars>
      </dgm:prSet>
      <dgm:spPr/>
    </dgm:pt>
    <dgm:pt modelId="{728218B3-E8BE-449D-B516-A4DB94CE9BBF}" type="pres">
      <dgm:prSet presAssocID="{9BAF3370-45D5-4667-BDA7-474228E5169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5819E13-1EB8-4CDF-8F4E-94C12880FBD4}" srcId="{9A678F62-FDA0-43B1-A700-B5264EC90E33}" destId="{3D81DCBF-5F47-4D7E-B341-0AA45FE8CD0E}" srcOrd="0" destOrd="0" parTransId="{0591ECB5-37D0-4B5D-9C26-643F159AFC75}" sibTransId="{C8DFD915-F8A6-4C52-B287-022979995E2D}"/>
    <dgm:cxn modelId="{097A5238-7A65-455F-B26C-7E5592CAF223}" type="presOf" srcId="{F7BFE6D2-96C0-4E5E-8409-D29B00B4FFF2}" destId="{CE2C9462-BB47-4DEC-A0D5-63A8612A6BA9}" srcOrd="0" destOrd="1" presId="urn:microsoft.com/office/officeart/2005/8/layout/vList2"/>
    <dgm:cxn modelId="{D785713E-46E0-4DA8-AAAA-63AE735A8FD9}" srcId="{86360079-6822-4B6F-9A04-371C9282099B}" destId="{AFDD0CBB-6D15-4BB9-8348-E93B1EF57DDB}" srcOrd="3" destOrd="0" parTransId="{1621F3FD-1FDC-408B-A656-12BE27139746}" sibTransId="{EE1E62C9-B26D-43B5-9DD9-5061D5FE536E}"/>
    <dgm:cxn modelId="{F3F3CC41-3BDA-4477-A65C-4E235D5CBA15}" srcId="{86360079-6822-4B6F-9A04-371C9282099B}" destId="{E3C4BF93-4B7A-48F6-8A8A-178FB4E022FF}" srcOrd="2" destOrd="0" parTransId="{3B9F29F6-D884-4E6B-90B4-314FDD753D19}" sibTransId="{38B6DF9C-3F1C-4FC1-8CBF-8A6030A39130}"/>
    <dgm:cxn modelId="{4AD89365-FC5E-49B9-AB64-EF850C8BD725}" type="presOf" srcId="{012DDD01-037A-4258-B7AA-4BD96757B9A3}" destId="{CE2C9462-BB47-4DEC-A0D5-63A8612A6BA9}" srcOrd="0" destOrd="4" presId="urn:microsoft.com/office/officeart/2005/8/layout/vList2"/>
    <dgm:cxn modelId="{4F57B66F-30BF-4D97-8C67-E15AF85B4B4C}" type="presOf" srcId="{3D81DCBF-5F47-4D7E-B341-0AA45FE8CD0E}" destId="{6A57CB7E-383B-4BE1-A497-4D00D2FFBDD6}" srcOrd="0" destOrd="0" presId="urn:microsoft.com/office/officeart/2005/8/layout/vList2"/>
    <dgm:cxn modelId="{30E6DE72-CC60-4FBE-B8DA-E2D91855FACA}" type="presOf" srcId="{AFDD0CBB-6D15-4BB9-8348-E93B1EF57DDB}" destId="{CE2C9462-BB47-4DEC-A0D5-63A8612A6BA9}" srcOrd="0" destOrd="3" presId="urn:microsoft.com/office/officeart/2005/8/layout/vList2"/>
    <dgm:cxn modelId="{9D913B81-932E-46E3-8544-C8137D2D4637}" type="presOf" srcId="{86360079-6822-4B6F-9A04-371C9282099B}" destId="{81B6B011-C0C9-4590-9C7D-7065D2FFE846}" srcOrd="0" destOrd="0" presId="urn:microsoft.com/office/officeart/2005/8/layout/vList2"/>
    <dgm:cxn modelId="{77E47783-6391-4503-AD68-FBF787ECF053}" srcId="{9A678F62-FDA0-43B1-A700-B5264EC90E33}" destId="{86360079-6822-4B6F-9A04-371C9282099B}" srcOrd="1" destOrd="0" parTransId="{23E5DEB0-81CB-4209-9EA5-5DEB018B93DB}" sibTransId="{5DFA2E5B-5F71-44E7-8698-D5A2D413683E}"/>
    <dgm:cxn modelId="{8AF36C86-CFC3-4D29-BF22-925FD92FA77D}" type="presOf" srcId="{9BAF3370-45D5-4667-BDA7-474228E5169D}" destId="{728218B3-E8BE-449D-B516-A4DB94CE9BBF}" srcOrd="0" destOrd="0" presId="urn:microsoft.com/office/officeart/2005/8/layout/vList2"/>
    <dgm:cxn modelId="{D8418999-47D5-45BD-964D-E436C3092E50}" srcId="{86360079-6822-4B6F-9A04-371C9282099B}" destId="{012DDD01-037A-4258-B7AA-4BD96757B9A3}" srcOrd="4" destOrd="0" parTransId="{B40C2CF7-4EA8-466E-B8EA-71D2EFC70665}" sibTransId="{F9A80FE0-DD7E-4B4D-BB53-7E4934A48B93}"/>
    <dgm:cxn modelId="{49171B9D-66E2-4A53-874B-5987DAE5DE56}" srcId="{9A678F62-FDA0-43B1-A700-B5264EC90E33}" destId="{9BAF3370-45D5-4667-BDA7-474228E5169D}" srcOrd="2" destOrd="0" parTransId="{19A579B0-6B5E-41E3-AA30-FCD3A38392B0}" sibTransId="{A0387CDC-F697-4CB5-A874-5546C5878DA0}"/>
    <dgm:cxn modelId="{9BF69AA2-BCCC-426A-B33D-5081382123BF}" type="presOf" srcId="{4DFC94D4-5E74-423D-8ABD-3F2FF1F3CAEF}" destId="{CE2C9462-BB47-4DEC-A0D5-63A8612A6BA9}" srcOrd="0" destOrd="0" presId="urn:microsoft.com/office/officeart/2005/8/layout/vList2"/>
    <dgm:cxn modelId="{1B0584C2-F6BA-4518-95AD-1DC8FDD62245}" srcId="{86360079-6822-4B6F-9A04-371C9282099B}" destId="{F7BFE6D2-96C0-4E5E-8409-D29B00B4FFF2}" srcOrd="1" destOrd="0" parTransId="{45EA5119-6F31-46B5-A363-93D846A72A68}" sibTransId="{58546874-6E46-4C27-BA90-A2F0AAC85FA1}"/>
    <dgm:cxn modelId="{B55B29CB-6846-45D9-AB01-919910293CC5}" type="presOf" srcId="{E3C4BF93-4B7A-48F6-8A8A-178FB4E022FF}" destId="{CE2C9462-BB47-4DEC-A0D5-63A8612A6BA9}" srcOrd="0" destOrd="2" presId="urn:microsoft.com/office/officeart/2005/8/layout/vList2"/>
    <dgm:cxn modelId="{38A47AD0-5F75-4D73-94E5-3781D62C1BA1}" type="presOf" srcId="{9A678F62-FDA0-43B1-A700-B5264EC90E33}" destId="{9585BE6B-809C-4FDD-8A31-DEE593E26AFD}" srcOrd="0" destOrd="0" presId="urn:microsoft.com/office/officeart/2005/8/layout/vList2"/>
    <dgm:cxn modelId="{D6C59BFA-0B82-4A51-A9D1-4136A9107440}" srcId="{86360079-6822-4B6F-9A04-371C9282099B}" destId="{4DFC94D4-5E74-423D-8ABD-3F2FF1F3CAEF}" srcOrd="0" destOrd="0" parTransId="{BC73B0E8-FFDA-457C-9002-AA97974B73EF}" sibTransId="{502150B5-0B32-42CE-A793-5FFDA692E1E8}"/>
    <dgm:cxn modelId="{F3EBA3AF-6097-4ACD-A1A0-85E7CA2828CB}" type="presParOf" srcId="{9585BE6B-809C-4FDD-8A31-DEE593E26AFD}" destId="{6A57CB7E-383B-4BE1-A497-4D00D2FFBDD6}" srcOrd="0" destOrd="0" presId="urn:microsoft.com/office/officeart/2005/8/layout/vList2"/>
    <dgm:cxn modelId="{3C5399C6-1E94-40D4-A103-D376E68DACD9}" type="presParOf" srcId="{9585BE6B-809C-4FDD-8A31-DEE593E26AFD}" destId="{72F9F1AE-D580-4A58-9383-D3D996448BD7}" srcOrd="1" destOrd="0" presId="urn:microsoft.com/office/officeart/2005/8/layout/vList2"/>
    <dgm:cxn modelId="{F34DEB73-295F-4BF4-9EF3-5A86C5787EF3}" type="presParOf" srcId="{9585BE6B-809C-4FDD-8A31-DEE593E26AFD}" destId="{81B6B011-C0C9-4590-9C7D-7065D2FFE846}" srcOrd="2" destOrd="0" presId="urn:microsoft.com/office/officeart/2005/8/layout/vList2"/>
    <dgm:cxn modelId="{8284389D-A81C-48EE-99E9-2E4D04C0620C}" type="presParOf" srcId="{9585BE6B-809C-4FDD-8A31-DEE593E26AFD}" destId="{CE2C9462-BB47-4DEC-A0D5-63A8612A6BA9}" srcOrd="3" destOrd="0" presId="urn:microsoft.com/office/officeart/2005/8/layout/vList2"/>
    <dgm:cxn modelId="{B5339678-3832-4CE7-A4EB-965DDA1A4B5A}" type="presParOf" srcId="{9585BE6B-809C-4FDD-8A31-DEE593E26AFD}" destId="{728218B3-E8BE-449D-B516-A4DB94CE9BB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352ECD-17DE-4E4F-96F8-9E2B8CBE9AE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C7EF2BD-ED82-45C9-A902-50A40EC10FF7}">
      <dgm:prSet/>
      <dgm:spPr/>
      <dgm:t>
        <a:bodyPr/>
        <a:lstStyle/>
        <a:p>
          <a:r>
            <a:rPr lang="en-US"/>
            <a:t>Kas dashboardil on selge sihtrühm?</a:t>
          </a:r>
        </a:p>
      </dgm:t>
    </dgm:pt>
    <dgm:pt modelId="{7A841449-CFA1-4175-90C0-77ED45D9AD5B}" type="parTrans" cxnId="{7AC46514-BEC1-4DA6-9C93-DDC0F0E33BEE}">
      <dgm:prSet/>
      <dgm:spPr/>
      <dgm:t>
        <a:bodyPr/>
        <a:lstStyle/>
        <a:p>
          <a:endParaRPr lang="en-US"/>
        </a:p>
      </dgm:t>
    </dgm:pt>
    <dgm:pt modelId="{BCE37A86-F1A0-4D7B-B253-A59356ECB9D7}" type="sibTrans" cxnId="{7AC46514-BEC1-4DA6-9C93-DDC0F0E33BEE}">
      <dgm:prSet/>
      <dgm:spPr/>
      <dgm:t>
        <a:bodyPr/>
        <a:lstStyle/>
        <a:p>
          <a:endParaRPr lang="en-US"/>
        </a:p>
      </dgm:t>
    </dgm:pt>
    <dgm:pt modelId="{3D550270-1700-4652-ABEB-D94AE8B1082F}">
      <dgm:prSet/>
      <dgm:spPr/>
      <dgm:t>
        <a:bodyPr/>
        <a:lstStyle/>
        <a:p>
          <a:r>
            <a:rPr lang="en-US"/>
            <a:t>Kas mõõdikud on defineeritud?</a:t>
          </a:r>
        </a:p>
      </dgm:t>
    </dgm:pt>
    <dgm:pt modelId="{B29F4CAE-892B-4108-93F5-3C890FB7C32E}" type="parTrans" cxnId="{04934156-3A6A-4049-856A-04356E2E16CF}">
      <dgm:prSet/>
      <dgm:spPr/>
      <dgm:t>
        <a:bodyPr/>
        <a:lstStyle/>
        <a:p>
          <a:endParaRPr lang="en-US"/>
        </a:p>
      </dgm:t>
    </dgm:pt>
    <dgm:pt modelId="{612E7406-0218-4BCC-8343-CDBF77BB2666}" type="sibTrans" cxnId="{04934156-3A6A-4049-856A-04356E2E16CF}">
      <dgm:prSet/>
      <dgm:spPr/>
      <dgm:t>
        <a:bodyPr/>
        <a:lstStyle/>
        <a:p>
          <a:endParaRPr lang="en-US"/>
        </a:p>
      </dgm:t>
    </dgm:pt>
    <dgm:pt modelId="{DE0D86D5-FD70-42E1-949A-6D56DE441171}">
      <dgm:prSet/>
      <dgm:spPr/>
      <dgm:t>
        <a:bodyPr/>
        <a:lstStyle/>
        <a:p>
          <a:r>
            <a:rPr lang="en-US"/>
            <a:t>Kas visualiseeringud on loogilised?</a:t>
          </a:r>
        </a:p>
      </dgm:t>
    </dgm:pt>
    <dgm:pt modelId="{E683037F-07DA-4542-9200-C3799BA3C0F3}" type="parTrans" cxnId="{8E4AA70D-1F13-45B4-81C8-6A6E08509E4D}">
      <dgm:prSet/>
      <dgm:spPr/>
      <dgm:t>
        <a:bodyPr/>
        <a:lstStyle/>
        <a:p>
          <a:endParaRPr lang="en-US"/>
        </a:p>
      </dgm:t>
    </dgm:pt>
    <dgm:pt modelId="{BFD57996-6A6C-410D-B615-D393D0271BBE}" type="sibTrans" cxnId="{8E4AA70D-1F13-45B4-81C8-6A6E08509E4D}">
      <dgm:prSet/>
      <dgm:spPr/>
      <dgm:t>
        <a:bodyPr/>
        <a:lstStyle/>
        <a:p>
          <a:endParaRPr lang="en-US"/>
        </a:p>
      </dgm:t>
    </dgm:pt>
    <dgm:pt modelId="{FEA95E75-4416-4C34-8864-56B15D71D1DD}">
      <dgm:prSet/>
      <dgm:spPr/>
      <dgm:t>
        <a:bodyPr/>
        <a:lstStyle/>
        <a:p>
          <a:r>
            <a:rPr lang="en-US"/>
            <a:t>Kas raport toetab otsust?</a:t>
          </a:r>
        </a:p>
      </dgm:t>
    </dgm:pt>
    <dgm:pt modelId="{A1257719-04F7-4FAD-A5FF-7335C7493D06}" type="parTrans" cxnId="{82CF9807-B827-4921-8EB9-4BD4FC1281BD}">
      <dgm:prSet/>
      <dgm:spPr/>
      <dgm:t>
        <a:bodyPr/>
        <a:lstStyle/>
        <a:p>
          <a:endParaRPr lang="en-US"/>
        </a:p>
      </dgm:t>
    </dgm:pt>
    <dgm:pt modelId="{A4844ABE-7B8E-443D-B507-439335662D11}" type="sibTrans" cxnId="{82CF9807-B827-4921-8EB9-4BD4FC1281BD}">
      <dgm:prSet/>
      <dgm:spPr/>
      <dgm:t>
        <a:bodyPr/>
        <a:lstStyle/>
        <a:p>
          <a:endParaRPr lang="en-US"/>
        </a:p>
      </dgm:t>
    </dgm:pt>
    <dgm:pt modelId="{DA1F475B-2B50-4763-8F25-F10A43EBE756}">
      <dgm:prSet/>
      <dgm:spPr/>
      <dgm:t>
        <a:bodyPr/>
        <a:lstStyle/>
        <a:p>
          <a:r>
            <a:rPr lang="en-US"/>
            <a:t>Kas andmete õigsust on kontrollitud?</a:t>
          </a:r>
        </a:p>
      </dgm:t>
    </dgm:pt>
    <dgm:pt modelId="{63F43F34-5578-4012-8373-1CCD9E1F394B}" type="parTrans" cxnId="{A2EAB625-BED3-428A-B5DD-E7B8ABED104C}">
      <dgm:prSet/>
      <dgm:spPr/>
      <dgm:t>
        <a:bodyPr/>
        <a:lstStyle/>
        <a:p>
          <a:endParaRPr lang="en-US"/>
        </a:p>
      </dgm:t>
    </dgm:pt>
    <dgm:pt modelId="{05F71B13-43F6-4E9E-BD05-A86AE0EA9BE6}" type="sibTrans" cxnId="{A2EAB625-BED3-428A-B5DD-E7B8ABED104C}">
      <dgm:prSet/>
      <dgm:spPr/>
      <dgm:t>
        <a:bodyPr/>
        <a:lstStyle/>
        <a:p>
          <a:endParaRPr lang="en-US"/>
        </a:p>
      </dgm:t>
    </dgm:pt>
    <dgm:pt modelId="{BFB414B7-1DC7-42AD-A64C-69F4A73D14DA}" type="pres">
      <dgm:prSet presAssocID="{80352ECD-17DE-4E4F-96F8-9E2B8CBE9AE5}" presName="vert0" presStyleCnt="0">
        <dgm:presLayoutVars>
          <dgm:dir/>
          <dgm:animOne val="branch"/>
          <dgm:animLvl val="lvl"/>
        </dgm:presLayoutVars>
      </dgm:prSet>
      <dgm:spPr/>
    </dgm:pt>
    <dgm:pt modelId="{4FAB5C69-9EFF-4E2D-9C4B-84E08F518261}" type="pres">
      <dgm:prSet presAssocID="{FC7EF2BD-ED82-45C9-A902-50A40EC10FF7}" presName="thickLine" presStyleLbl="alignNode1" presStyleIdx="0" presStyleCnt="5"/>
      <dgm:spPr/>
    </dgm:pt>
    <dgm:pt modelId="{8561558C-9CEF-4EED-A01C-55283335DFF0}" type="pres">
      <dgm:prSet presAssocID="{FC7EF2BD-ED82-45C9-A902-50A40EC10FF7}" presName="horz1" presStyleCnt="0"/>
      <dgm:spPr/>
    </dgm:pt>
    <dgm:pt modelId="{3B732B87-42E7-4C9C-BB1D-808A53CC387C}" type="pres">
      <dgm:prSet presAssocID="{FC7EF2BD-ED82-45C9-A902-50A40EC10FF7}" presName="tx1" presStyleLbl="revTx" presStyleIdx="0" presStyleCnt="5"/>
      <dgm:spPr/>
    </dgm:pt>
    <dgm:pt modelId="{0F4A473A-1C28-49A0-B37E-9F02F2EC0D9D}" type="pres">
      <dgm:prSet presAssocID="{FC7EF2BD-ED82-45C9-A902-50A40EC10FF7}" presName="vert1" presStyleCnt="0"/>
      <dgm:spPr/>
    </dgm:pt>
    <dgm:pt modelId="{3AD78BAE-8DCC-429E-8BF4-409F6282C8F1}" type="pres">
      <dgm:prSet presAssocID="{3D550270-1700-4652-ABEB-D94AE8B1082F}" presName="thickLine" presStyleLbl="alignNode1" presStyleIdx="1" presStyleCnt="5"/>
      <dgm:spPr/>
    </dgm:pt>
    <dgm:pt modelId="{0939402C-57F5-4F73-B7F4-9FF3F4DED84F}" type="pres">
      <dgm:prSet presAssocID="{3D550270-1700-4652-ABEB-D94AE8B1082F}" presName="horz1" presStyleCnt="0"/>
      <dgm:spPr/>
    </dgm:pt>
    <dgm:pt modelId="{1CED1BF3-DB12-4562-B89E-492548E346CC}" type="pres">
      <dgm:prSet presAssocID="{3D550270-1700-4652-ABEB-D94AE8B1082F}" presName="tx1" presStyleLbl="revTx" presStyleIdx="1" presStyleCnt="5"/>
      <dgm:spPr/>
    </dgm:pt>
    <dgm:pt modelId="{52BCEEF9-BBD2-4FC6-9ADC-08E6AE29E0E9}" type="pres">
      <dgm:prSet presAssocID="{3D550270-1700-4652-ABEB-D94AE8B1082F}" presName="vert1" presStyleCnt="0"/>
      <dgm:spPr/>
    </dgm:pt>
    <dgm:pt modelId="{8AA38AB4-B773-49D8-8E6B-FA29265C6D95}" type="pres">
      <dgm:prSet presAssocID="{DE0D86D5-FD70-42E1-949A-6D56DE441171}" presName="thickLine" presStyleLbl="alignNode1" presStyleIdx="2" presStyleCnt="5"/>
      <dgm:spPr/>
    </dgm:pt>
    <dgm:pt modelId="{E34A1432-7E6F-4103-BB5D-A8A12D6C33C2}" type="pres">
      <dgm:prSet presAssocID="{DE0D86D5-FD70-42E1-949A-6D56DE441171}" presName="horz1" presStyleCnt="0"/>
      <dgm:spPr/>
    </dgm:pt>
    <dgm:pt modelId="{7EBC12FB-E3B8-4AB7-A036-566896ABDB6F}" type="pres">
      <dgm:prSet presAssocID="{DE0D86D5-FD70-42E1-949A-6D56DE441171}" presName="tx1" presStyleLbl="revTx" presStyleIdx="2" presStyleCnt="5"/>
      <dgm:spPr/>
    </dgm:pt>
    <dgm:pt modelId="{5C53D0B3-A39F-4D97-9AD9-0181A2A08D4F}" type="pres">
      <dgm:prSet presAssocID="{DE0D86D5-FD70-42E1-949A-6D56DE441171}" presName="vert1" presStyleCnt="0"/>
      <dgm:spPr/>
    </dgm:pt>
    <dgm:pt modelId="{E29733DC-CA83-435D-AF5F-931203B04E9E}" type="pres">
      <dgm:prSet presAssocID="{FEA95E75-4416-4C34-8864-56B15D71D1DD}" presName="thickLine" presStyleLbl="alignNode1" presStyleIdx="3" presStyleCnt="5"/>
      <dgm:spPr/>
    </dgm:pt>
    <dgm:pt modelId="{5FB9D0F2-FDEF-4838-A53A-AE30DF6508E8}" type="pres">
      <dgm:prSet presAssocID="{FEA95E75-4416-4C34-8864-56B15D71D1DD}" presName="horz1" presStyleCnt="0"/>
      <dgm:spPr/>
    </dgm:pt>
    <dgm:pt modelId="{CFAD2B35-49C0-4A72-901C-C5FC559F35C5}" type="pres">
      <dgm:prSet presAssocID="{FEA95E75-4416-4C34-8864-56B15D71D1DD}" presName="tx1" presStyleLbl="revTx" presStyleIdx="3" presStyleCnt="5"/>
      <dgm:spPr/>
    </dgm:pt>
    <dgm:pt modelId="{7DB9F901-7DE3-4E71-8B30-5172B3472B8C}" type="pres">
      <dgm:prSet presAssocID="{FEA95E75-4416-4C34-8864-56B15D71D1DD}" presName="vert1" presStyleCnt="0"/>
      <dgm:spPr/>
    </dgm:pt>
    <dgm:pt modelId="{54DD123B-EB26-4285-A0D5-471B9F3ED69E}" type="pres">
      <dgm:prSet presAssocID="{DA1F475B-2B50-4763-8F25-F10A43EBE756}" presName="thickLine" presStyleLbl="alignNode1" presStyleIdx="4" presStyleCnt="5"/>
      <dgm:spPr/>
    </dgm:pt>
    <dgm:pt modelId="{AA06EB60-D6C0-4B7D-BEDE-12BFA323B1A8}" type="pres">
      <dgm:prSet presAssocID="{DA1F475B-2B50-4763-8F25-F10A43EBE756}" presName="horz1" presStyleCnt="0"/>
      <dgm:spPr/>
    </dgm:pt>
    <dgm:pt modelId="{6E79CDB2-D8C9-4FA0-951C-130588E191B7}" type="pres">
      <dgm:prSet presAssocID="{DA1F475B-2B50-4763-8F25-F10A43EBE756}" presName="tx1" presStyleLbl="revTx" presStyleIdx="4" presStyleCnt="5"/>
      <dgm:spPr/>
    </dgm:pt>
    <dgm:pt modelId="{F5F71CD7-3A7A-4CBF-88F6-BDC79B440285}" type="pres">
      <dgm:prSet presAssocID="{DA1F475B-2B50-4763-8F25-F10A43EBE756}" presName="vert1" presStyleCnt="0"/>
      <dgm:spPr/>
    </dgm:pt>
  </dgm:ptLst>
  <dgm:cxnLst>
    <dgm:cxn modelId="{82CF9807-B827-4921-8EB9-4BD4FC1281BD}" srcId="{80352ECD-17DE-4E4F-96F8-9E2B8CBE9AE5}" destId="{FEA95E75-4416-4C34-8864-56B15D71D1DD}" srcOrd="3" destOrd="0" parTransId="{A1257719-04F7-4FAD-A5FF-7335C7493D06}" sibTransId="{A4844ABE-7B8E-443D-B507-439335662D11}"/>
    <dgm:cxn modelId="{956D280D-61BA-4B89-8AB0-9336057162BD}" type="presOf" srcId="{3D550270-1700-4652-ABEB-D94AE8B1082F}" destId="{1CED1BF3-DB12-4562-B89E-492548E346CC}" srcOrd="0" destOrd="0" presId="urn:microsoft.com/office/officeart/2008/layout/LinedList"/>
    <dgm:cxn modelId="{8E4AA70D-1F13-45B4-81C8-6A6E08509E4D}" srcId="{80352ECD-17DE-4E4F-96F8-9E2B8CBE9AE5}" destId="{DE0D86D5-FD70-42E1-949A-6D56DE441171}" srcOrd="2" destOrd="0" parTransId="{E683037F-07DA-4542-9200-C3799BA3C0F3}" sibTransId="{BFD57996-6A6C-410D-B615-D393D0271BBE}"/>
    <dgm:cxn modelId="{7AC46514-BEC1-4DA6-9C93-DDC0F0E33BEE}" srcId="{80352ECD-17DE-4E4F-96F8-9E2B8CBE9AE5}" destId="{FC7EF2BD-ED82-45C9-A902-50A40EC10FF7}" srcOrd="0" destOrd="0" parTransId="{7A841449-CFA1-4175-90C0-77ED45D9AD5B}" sibTransId="{BCE37A86-F1A0-4D7B-B253-A59356ECB9D7}"/>
    <dgm:cxn modelId="{8E34F01F-8E09-4A97-82EA-46CEBE2EB3A3}" type="presOf" srcId="{DE0D86D5-FD70-42E1-949A-6D56DE441171}" destId="{7EBC12FB-E3B8-4AB7-A036-566896ABDB6F}" srcOrd="0" destOrd="0" presId="urn:microsoft.com/office/officeart/2008/layout/LinedList"/>
    <dgm:cxn modelId="{A2EAB625-BED3-428A-B5DD-E7B8ABED104C}" srcId="{80352ECD-17DE-4E4F-96F8-9E2B8CBE9AE5}" destId="{DA1F475B-2B50-4763-8F25-F10A43EBE756}" srcOrd="4" destOrd="0" parTransId="{63F43F34-5578-4012-8373-1CCD9E1F394B}" sibTransId="{05F71B13-43F6-4E9E-BD05-A86AE0EA9BE6}"/>
    <dgm:cxn modelId="{04934156-3A6A-4049-856A-04356E2E16CF}" srcId="{80352ECD-17DE-4E4F-96F8-9E2B8CBE9AE5}" destId="{3D550270-1700-4652-ABEB-D94AE8B1082F}" srcOrd="1" destOrd="0" parTransId="{B29F4CAE-892B-4108-93F5-3C890FB7C32E}" sibTransId="{612E7406-0218-4BCC-8343-CDBF77BB2666}"/>
    <dgm:cxn modelId="{BCE9BF57-194D-4BED-9666-C7A5297D5BE2}" type="presOf" srcId="{FC7EF2BD-ED82-45C9-A902-50A40EC10FF7}" destId="{3B732B87-42E7-4C9C-BB1D-808A53CC387C}" srcOrd="0" destOrd="0" presId="urn:microsoft.com/office/officeart/2008/layout/LinedList"/>
    <dgm:cxn modelId="{FC68E581-0D2E-4172-AC43-0FC07B05D076}" type="presOf" srcId="{FEA95E75-4416-4C34-8864-56B15D71D1DD}" destId="{CFAD2B35-49C0-4A72-901C-C5FC559F35C5}" srcOrd="0" destOrd="0" presId="urn:microsoft.com/office/officeart/2008/layout/LinedList"/>
    <dgm:cxn modelId="{ECB151BF-E610-4ADE-99C6-BDF4D7EF0688}" type="presOf" srcId="{DA1F475B-2B50-4763-8F25-F10A43EBE756}" destId="{6E79CDB2-D8C9-4FA0-951C-130588E191B7}" srcOrd="0" destOrd="0" presId="urn:microsoft.com/office/officeart/2008/layout/LinedList"/>
    <dgm:cxn modelId="{388914F6-FB9D-4E09-8319-E2A9AF603DBE}" type="presOf" srcId="{80352ECD-17DE-4E4F-96F8-9E2B8CBE9AE5}" destId="{BFB414B7-1DC7-42AD-A64C-69F4A73D14DA}" srcOrd="0" destOrd="0" presId="urn:microsoft.com/office/officeart/2008/layout/LinedList"/>
    <dgm:cxn modelId="{89BF5D16-2905-4105-B215-46F928964766}" type="presParOf" srcId="{BFB414B7-1DC7-42AD-A64C-69F4A73D14DA}" destId="{4FAB5C69-9EFF-4E2D-9C4B-84E08F518261}" srcOrd="0" destOrd="0" presId="urn:microsoft.com/office/officeart/2008/layout/LinedList"/>
    <dgm:cxn modelId="{B751FDB2-240F-48DF-AA35-6C5567351DB3}" type="presParOf" srcId="{BFB414B7-1DC7-42AD-A64C-69F4A73D14DA}" destId="{8561558C-9CEF-4EED-A01C-55283335DFF0}" srcOrd="1" destOrd="0" presId="urn:microsoft.com/office/officeart/2008/layout/LinedList"/>
    <dgm:cxn modelId="{E586D809-ED62-4066-8456-172CB9AA7C25}" type="presParOf" srcId="{8561558C-9CEF-4EED-A01C-55283335DFF0}" destId="{3B732B87-42E7-4C9C-BB1D-808A53CC387C}" srcOrd="0" destOrd="0" presId="urn:microsoft.com/office/officeart/2008/layout/LinedList"/>
    <dgm:cxn modelId="{9981BBF3-B7BE-4AF7-9376-E23A784A5DEB}" type="presParOf" srcId="{8561558C-9CEF-4EED-A01C-55283335DFF0}" destId="{0F4A473A-1C28-49A0-B37E-9F02F2EC0D9D}" srcOrd="1" destOrd="0" presId="urn:microsoft.com/office/officeart/2008/layout/LinedList"/>
    <dgm:cxn modelId="{B19FB0A7-ACD7-461A-B84A-2BDB26BC0E1F}" type="presParOf" srcId="{BFB414B7-1DC7-42AD-A64C-69F4A73D14DA}" destId="{3AD78BAE-8DCC-429E-8BF4-409F6282C8F1}" srcOrd="2" destOrd="0" presId="urn:microsoft.com/office/officeart/2008/layout/LinedList"/>
    <dgm:cxn modelId="{0AF5D71F-6209-4A77-9879-F3FCFA708818}" type="presParOf" srcId="{BFB414B7-1DC7-42AD-A64C-69F4A73D14DA}" destId="{0939402C-57F5-4F73-B7F4-9FF3F4DED84F}" srcOrd="3" destOrd="0" presId="urn:microsoft.com/office/officeart/2008/layout/LinedList"/>
    <dgm:cxn modelId="{F2C58109-3BC5-4C18-A84F-7066F52CF13D}" type="presParOf" srcId="{0939402C-57F5-4F73-B7F4-9FF3F4DED84F}" destId="{1CED1BF3-DB12-4562-B89E-492548E346CC}" srcOrd="0" destOrd="0" presId="urn:microsoft.com/office/officeart/2008/layout/LinedList"/>
    <dgm:cxn modelId="{03A5502D-32A7-446F-BE78-E793E7BF9E1A}" type="presParOf" srcId="{0939402C-57F5-4F73-B7F4-9FF3F4DED84F}" destId="{52BCEEF9-BBD2-4FC6-9ADC-08E6AE29E0E9}" srcOrd="1" destOrd="0" presId="urn:microsoft.com/office/officeart/2008/layout/LinedList"/>
    <dgm:cxn modelId="{A5B48147-2A7A-491E-9D40-FA27DC45F0CA}" type="presParOf" srcId="{BFB414B7-1DC7-42AD-A64C-69F4A73D14DA}" destId="{8AA38AB4-B773-49D8-8E6B-FA29265C6D95}" srcOrd="4" destOrd="0" presId="urn:microsoft.com/office/officeart/2008/layout/LinedList"/>
    <dgm:cxn modelId="{B9C84FE3-DDD4-4B60-91DF-AC0EAE466254}" type="presParOf" srcId="{BFB414B7-1DC7-42AD-A64C-69F4A73D14DA}" destId="{E34A1432-7E6F-4103-BB5D-A8A12D6C33C2}" srcOrd="5" destOrd="0" presId="urn:microsoft.com/office/officeart/2008/layout/LinedList"/>
    <dgm:cxn modelId="{B1D3AA0B-DEC5-4EF0-9763-27D93ECCD54B}" type="presParOf" srcId="{E34A1432-7E6F-4103-BB5D-A8A12D6C33C2}" destId="{7EBC12FB-E3B8-4AB7-A036-566896ABDB6F}" srcOrd="0" destOrd="0" presId="urn:microsoft.com/office/officeart/2008/layout/LinedList"/>
    <dgm:cxn modelId="{99316A02-D160-4E75-A09A-C507C1E34D58}" type="presParOf" srcId="{E34A1432-7E6F-4103-BB5D-A8A12D6C33C2}" destId="{5C53D0B3-A39F-4D97-9AD9-0181A2A08D4F}" srcOrd="1" destOrd="0" presId="urn:microsoft.com/office/officeart/2008/layout/LinedList"/>
    <dgm:cxn modelId="{E124ABCB-B09C-4EDC-873C-8F8E043DDE00}" type="presParOf" srcId="{BFB414B7-1DC7-42AD-A64C-69F4A73D14DA}" destId="{E29733DC-CA83-435D-AF5F-931203B04E9E}" srcOrd="6" destOrd="0" presId="urn:microsoft.com/office/officeart/2008/layout/LinedList"/>
    <dgm:cxn modelId="{5CA5EC08-CEDB-4D4A-9321-BB9F3255025B}" type="presParOf" srcId="{BFB414B7-1DC7-42AD-A64C-69F4A73D14DA}" destId="{5FB9D0F2-FDEF-4838-A53A-AE30DF6508E8}" srcOrd="7" destOrd="0" presId="urn:microsoft.com/office/officeart/2008/layout/LinedList"/>
    <dgm:cxn modelId="{74E9B8FA-6E22-494B-B00E-94FC541BEE50}" type="presParOf" srcId="{5FB9D0F2-FDEF-4838-A53A-AE30DF6508E8}" destId="{CFAD2B35-49C0-4A72-901C-C5FC559F35C5}" srcOrd="0" destOrd="0" presId="urn:microsoft.com/office/officeart/2008/layout/LinedList"/>
    <dgm:cxn modelId="{BEB8D05D-DD8B-4A4D-88D5-368511BDC987}" type="presParOf" srcId="{5FB9D0F2-FDEF-4838-A53A-AE30DF6508E8}" destId="{7DB9F901-7DE3-4E71-8B30-5172B3472B8C}" srcOrd="1" destOrd="0" presId="urn:microsoft.com/office/officeart/2008/layout/LinedList"/>
    <dgm:cxn modelId="{B62A1481-2F61-4A8F-8B7E-E89B06F772BE}" type="presParOf" srcId="{BFB414B7-1DC7-42AD-A64C-69F4A73D14DA}" destId="{54DD123B-EB26-4285-A0D5-471B9F3ED69E}" srcOrd="8" destOrd="0" presId="urn:microsoft.com/office/officeart/2008/layout/LinedList"/>
    <dgm:cxn modelId="{47ECA7E3-615A-406A-91E4-D56E5F9C46F4}" type="presParOf" srcId="{BFB414B7-1DC7-42AD-A64C-69F4A73D14DA}" destId="{AA06EB60-D6C0-4B7D-BEDE-12BFA323B1A8}" srcOrd="9" destOrd="0" presId="urn:microsoft.com/office/officeart/2008/layout/LinedList"/>
    <dgm:cxn modelId="{5F06D696-C111-4049-B6D3-09481A7DE652}" type="presParOf" srcId="{AA06EB60-D6C0-4B7D-BEDE-12BFA323B1A8}" destId="{6E79CDB2-D8C9-4FA0-951C-130588E191B7}" srcOrd="0" destOrd="0" presId="urn:microsoft.com/office/officeart/2008/layout/LinedList"/>
    <dgm:cxn modelId="{26A79A94-E985-4080-9032-62DFE0CFA9F1}" type="presParOf" srcId="{AA06EB60-D6C0-4B7D-BEDE-12BFA323B1A8}" destId="{F5F71CD7-3A7A-4CBF-88F6-BDC79B4402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352ECD-17DE-4E4F-96F8-9E2B8CBE9AE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B0EE05F-2736-4022-9B7F-8A57E8F81EA3}">
      <dgm:prSet/>
      <dgm:spPr>
        <a:solidFill>
          <a:schemeClr val="accent4"/>
        </a:solidFill>
      </dgm:spPr>
      <dgm:t>
        <a:bodyPr/>
        <a:lstStyle/>
        <a:p>
          <a:r>
            <a:rPr lang="en-US" dirty="0" err="1"/>
            <a:t>Seob</a:t>
          </a:r>
          <a:r>
            <a:rPr lang="en-US" dirty="0"/>
            <a:t> KPI-d </a:t>
          </a:r>
          <a:r>
            <a:rPr lang="en-US" dirty="0" err="1"/>
            <a:t>ärilise</a:t>
          </a:r>
          <a:r>
            <a:rPr lang="en-US" dirty="0"/>
            <a:t> </a:t>
          </a:r>
          <a:r>
            <a:rPr lang="en-US" dirty="0" err="1"/>
            <a:t>otsusega</a:t>
          </a:r>
          <a:endParaRPr lang="en-US" dirty="0"/>
        </a:p>
      </dgm:t>
    </dgm:pt>
    <dgm:pt modelId="{D7E26838-C901-4CD5-A719-C108F4D5C9E0}" type="parTrans" cxnId="{5F0BE944-5AA0-4587-AC43-89B5B14F6D92}">
      <dgm:prSet/>
      <dgm:spPr/>
      <dgm:t>
        <a:bodyPr/>
        <a:lstStyle/>
        <a:p>
          <a:endParaRPr lang="et-EE"/>
        </a:p>
      </dgm:t>
    </dgm:pt>
    <dgm:pt modelId="{1CC975E4-B75D-4F9D-A08A-20CBB7E792DD}" type="sibTrans" cxnId="{5F0BE944-5AA0-4587-AC43-89B5B14F6D92}">
      <dgm:prSet/>
      <dgm:spPr/>
      <dgm:t>
        <a:bodyPr/>
        <a:lstStyle/>
        <a:p>
          <a:endParaRPr lang="et-EE"/>
        </a:p>
      </dgm:t>
    </dgm:pt>
    <dgm:pt modelId="{A78148AF-16D7-4B0E-A915-F54BBBB9ECF7}">
      <dgm:prSet/>
      <dgm:spPr>
        <a:solidFill>
          <a:schemeClr val="accent4"/>
        </a:solidFill>
      </dgm:spPr>
      <dgm:t>
        <a:bodyPr/>
        <a:lstStyle/>
        <a:p>
          <a:r>
            <a:rPr lang="en-US" dirty="0" err="1"/>
            <a:t>Mõtleb</a:t>
          </a:r>
          <a:r>
            <a:rPr lang="en-US" dirty="0"/>
            <a:t> </a:t>
          </a:r>
          <a:r>
            <a:rPr lang="en-US" dirty="0" err="1"/>
            <a:t>kasutaja</a:t>
          </a:r>
          <a:r>
            <a:rPr lang="en-US" dirty="0"/>
            <a:t> </a:t>
          </a:r>
          <a:r>
            <a:rPr lang="en-US" dirty="0" err="1"/>
            <a:t>vajadustele</a:t>
          </a:r>
          <a:endParaRPr lang="en-US" dirty="0"/>
        </a:p>
      </dgm:t>
    </dgm:pt>
    <dgm:pt modelId="{BF06F0E1-100A-496D-B85F-504D3DD20D8E}" type="parTrans" cxnId="{F864FA60-C3CF-420F-8044-BA0E53A20284}">
      <dgm:prSet/>
      <dgm:spPr/>
      <dgm:t>
        <a:bodyPr/>
        <a:lstStyle/>
        <a:p>
          <a:endParaRPr lang="et-EE"/>
        </a:p>
      </dgm:t>
    </dgm:pt>
    <dgm:pt modelId="{EC6BA156-DBD2-43BF-A342-8D859E95779D}" type="sibTrans" cxnId="{F864FA60-C3CF-420F-8044-BA0E53A20284}">
      <dgm:prSet/>
      <dgm:spPr/>
      <dgm:t>
        <a:bodyPr/>
        <a:lstStyle/>
        <a:p>
          <a:endParaRPr lang="et-EE"/>
        </a:p>
      </dgm:t>
    </dgm:pt>
    <dgm:pt modelId="{518B00C1-98FD-486E-B160-5D9815D62BB2}">
      <dgm:prSet/>
      <dgm:spPr>
        <a:solidFill>
          <a:schemeClr val="accent4"/>
        </a:solidFill>
      </dgm:spPr>
      <dgm:t>
        <a:bodyPr/>
        <a:lstStyle/>
        <a:p>
          <a:r>
            <a:rPr lang="en-US" dirty="0" err="1"/>
            <a:t>Lisab</a:t>
          </a:r>
          <a:r>
            <a:rPr lang="en-US" dirty="0"/>
            <a:t> </a:t>
          </a:r>
          <a:r>
            <a:rPr lang="en-US" dirty="0" err="1"/>
            <a:t>vajalikud</a:t>
          </a:r>
          <a:r>
            <a:rPr lang="en-US" dirty="0"/>
            <a:t> </a:t>
          </a:r>
          <a:r>
            <a:rPr lang="en-US" dirty="0" err="1"/>
            <a:t>filtrid</a:t>
          </a:r>
          <a:endParaRPr lang="en-US" dirty="0"/>
        </a:p>
      </dgm:t>
    </dgm:pt>
    <dgm:pt modelId="{E401F6B7-C370-4D64-A6CE-DEA405C3E2FE}" type="parTrans" cxnId="{01ABF6FD-A3EE-4521-9043-DB1FDB550403}">
      <dgm:prSet/>
      <dgm:spPr/>
      <dgm:t>
        <a:bodyPr/>
        <a:lstStyle/>
        <a:p>
          <a:endParaRPr lang="et-EE"/>
        </a:p>
      </dgm:t>
    </dgm:pt>
    <dgm:pt modelId="{00AF422B-B596-44E8-AD85-F7B1C08C640F}" type="sibTrans" cxnId="{01ABF6FD-A3EE-4521-9043-DB1FDB550403}">
      <dgm:prSet/>
      <dgm:spPr/>
      <dgm:t>
        <a:bodyPr/>
        <a:lstStyle/>
        <a:p>
          <a:endParaRPr lang="et-EE"/>
        </a:p>
      </dgm:t>
    </dgm:pt>
    <dgm:pt modelId="{F79B5BDF-BE2C-44D4-8C0D-9BFA69C068A7}">
      <dgm:prSet/>
      <dgm:spPr>
        <a:solidFill>
          <a:schemeClr val="accent4"/>
        </a:solidFill>
      </dgm:spPr>
      <dgm:t>
        <a:bodyPr/>
        <a:lstStyle/>
        <a:p>
          <a:r>
            <a:rPr lang="en-US" dirty="0" err="1"/>
            <a:t>Kontrollib</a:t>
          </a:r>
          <a:r>
            <a:rPr lang="en-US" dirty="0"/>
            <a:t> </a:t>
          </a:r>
          <a:r>
            <a:rPr lang="en-US" dirty="0" err="1"/>
            <a:t>andmekvaliteeti</a:t>
          </a:r>
          <a:endParaRPr lang="en-US" dirty="0"/>
        </a:p>
      </dgm:t>
    </dgm:pt>
    <dgm:pt modelId="{677E3DD9-E101-433E-AE51-5308E64595ED}" type="parTrans" cxnId="{2580DB32-08FE-48EB-89ED-BB31DD154CD4}">
      <dgm:prSet/>
      <dgm:spPr/>
      <dgm:t>
        <a:bodyPr/>
        <a:lstStyle/>
        <a:p>
          <a:endParaRPr lang="et-EE"/>
        </a:p>
      </dgm:t>
    </dgm:pt>
    <dgm:pt modelId="{ECA20A79-4417-4242-9606-863838AD565A}" type="sibTrans" cxnId="{2580DB32-08FE-48EB-89ED-BB31DD154CD4}">
      <dgm:prSet/>
      <dgm:spPr/>
      <dgm:t>
        <a:bodyPr/>
        <a:lstStyle/>
        <a:p>
          <a:endParaRPr lang="et-EE"/>
        </a:p>
      </dgm:t>
    </dgm:pt>
    <dgm:pt modelId="{8871D694-9245-485F-A9C8-8FB4B076F4A3}">
      <dgm:prSet/>
      <dgm:spPr>
        <a:solidFill>
          <a:schemeClr val="accent4"/>
        </a:solidFill>
      </dgm:spPr>
      <dgm:t>
        <a:bodyPr/>
        <a:lstStyle/>
        <a:p>
          <a:r>
            <a:rPr lang="en-US" dirty="0" err="1"/>
            <a:t>Selgitab</a:t>
          </a:r>
          <a:r>
            <a:rPr lang="en-US" dirty="0"/>
            <a:t> </a:t>
          </a:r>
          <a:r>
            <a:rPr lang="en-US" dirty="0" err="1"/>
            <a:t>lihtsalt</a:t>
          </a:r>
          <a:r>
            <a:rPr lang="en-US" dirty="0"/>
            <a:t> ja </a:t>
          </a:r>
          <a:r>
            <a:rPr lang="en-US" dirty="0" err="1"/>
            <a:t>konkreetselt</a:t>
          </a:r>
          <a:endParaRPr lang="en-US" dirty="0"/>
        </a:p>
      </dgm:t>
    </dgm:pt>
    <dgm:pt modelId="{F99EE5DF-3278-4F7E-A220-C48302E8BD3A}" type="parTrans" cxnId="{91B51019-9DE2-4B06-B016-E369FEF48A0C}">
      <dgm:prSet/>
      <dgm:spPr/>
      <dgm:t>
        <a:bodyPr/>
        <a:lstStyle/>
        <a:p>
          <a:endParaRPr lang="et-EE"/>
        </a:p>
      </dgm:t>
    </dgm:pt>
    <dgm:pt modelId="{9B0A07A5-0E13-4FDF-B842-68E44A436D91}" type="sibTrans" cxnId="{91B51019-9DE2-4B06-B016-E369FEF48A0C}">
      <dgm:prSet/>
      <dgm:spPr/>
      <dgm:t>
        <a:bodyPr/>
        <a:lstStyle/>
        <a:p>
          <a:endParaRPr lang="et-EE"/>
        </a:p>
      </dgm:t>
    </dgm:pt>
    <dgm:pt modelId="{3A404AD2-1619-49FD-9325-ABDD848EBD5B}">
      <dgm:prSet/>
      <dgm:spPr>
        <a:solidFill>
          <a:schemeClr val="accent2"/>
        </a:solidFill>
      </dgm:spPr>
      <dgm:t>
        <a:bodyPr/>
        <a:lstStyle/>
        <a:p>
          <a:r>
            <a:rPr lang="en-US" dirty="0" err="1"/>
            <a:t>Keskendub</a:t>
          </a:r>
          <a:r>
            <a:rPr lang="en-US" dirty="0"/>
            <a:t> </a:t>
          </a:r>
          <a:r>
            <a:rPr lang="en-US" dirty="0" err="1"/>
            <a:t>ainult</a:t>
          </a:r>
          <a:r>
            <a:rPr lang="en-US" dirty="0"/>
            <a:t> </a:t>
          </a:r>
          <a:r>
            <a:rPr lang="en-US" dirty="0" err="1"/>
            <a:t>graafikute</a:t>
          </a:r>
          <a:r>
            <a:rPr lang="en-US" dirty="0"/>
            <a:t> </a:t>
          </a:r>
          <a:r>
            <a:rPr lang="en-US" dirty="0" err="1"/>
            <a:t>välimusele</a:t>
          </a:r>
          <a:endParaRPr lang="en-US" dirty="0"/>
        </a:p>
      </dgm:t>
    </dgm:pt>
    <dgm:pt modelId="{C1E5EBC7-96C4-4DE0-8DE5-A89E77963565}" type="parTrans" cxnId="{845C0B63-9C84-4787-9081-591B92E60A52}">
      <dgm:prSet/>
      <dgm:spPr/>
      <dgm:t>
        <a:bodyPr/>
        <a:lstStyle/>
        <a:p>
          <a:endParaRPr lang="et-EE"/>
        </a:p>
      </dgm:t>
    </dgm:pt>
    <dgm:pt modelId="{E7D30A3B-6A1C-4C2D-8F49-0C42B8F59D85}" type="sibTrans" cxnId="{845C0B63-9C84-4787-9081-591B92E60A52}">
      <dgm:prSet/>
      <dgm:spPr/>
      <dgm:t>
        <a:bodyPr/>
        <a:lstStyle/>
        <a:p>
          <a:endParaRPr lang="et-EE"/>
        </a:p>
      </dgm:t>
    </dgm:pt>
    <dgm:pt modelId="{9021AE9A-2689-4DEF-B87C-A274756DB2D8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Ei </a:t>
          </a:r>
          <a:r>
            <a:rPr lang="en-US" dirty="0" err="1"/>
            <a:t>põhjenda</a:t>
          </a:r>
          <a:r>
            <a:rPr lang="en-US" dirty="0"/>
            <a:t> KPI-de </a:t>
          </a:r>
          <a:r>
            <a:rPr lang="en-US" dirty="0" err="1"/>
            <a:t>valikut</a:t>
          </a:r>
          <a:endParaRPr lang="en-US" dirty="0"/>
        </a:p>
      </dgm:t>
    </dgm:pt>
    <dgm:pt modelId="{6381D1AF-8F1A-4006-9F31-8A3D707A336E}" type="parTrans" cxnId="{93E0C89B-7946-4FD5-9173-3F1F2BCC1663}">
      <dgm:prSet/>
      <dgm:spPr/>
      <dgm:t>
        <a:bodyPr/>
        <a:lstStyle/>
        <a:p>
          <a:endParaRPr lang="et-EE"/>
        </a:p>
      </dgm:t>
    </dgm:pt>
    <dgm:pt modelId="{653B0152-F1F9-48B8-8F54-F04B05DBE2A3}" type="sibTrans" cxnId="{93E0C89B-7946-4FD5-9173-3F1F2BCC1663}">
      <dgm:prSet/>
      <dgm:spPr/>
      <dgm:t>
        <a:bodyPr/>
        <a:lstStyle/>
        <a:p>
          <a:endParaRPr lang="et-EE" dirty="0"/>
        </a:p>
      </dgm:t>
    </dgm:pt>
    <dgm:pt modelId="{9058E00A-7668-41D5-B0FC-807954946ADE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Ei </a:t>
          </a:r>
          <a:r>
            <a:rPr lang="en-US" dirty="0" err="1"/>
            <a:t>mõtle</a:t>
          </a:r>
          <a:r>
            <a:rPr lang="en-US" dirty="0"/>
            <a:t> </a:t>
          </a:r>
          <a:r>
            <a:rPr lang="en-US" dirty="0" err="1"/>
            <a:t>kasutajale</a:t>
          </a:r>
          <a:endParaRPr lang="en-US" dirty="0"/>
        </a:p>
      </dgm:t>
    </dgm:pt>
    <dgm:pt modelId="{DD7F6AB1-C73E-4880-8083-5661C87DB5B0}" type="parTrans" cxnId="{D496B37D-DC19-499A-984A-C6922369987A}">
      <dgm:prSet/>
      <dgm:spPr/>
      <dgm:t>
        <a:bodyPr/>
        <a:lstStyle/>
        <a:p>
          <a:endParaRPr lang="et-EE"/>
        </a:p>
      </dgm:t>
    </dgm:pt>
    <dgm:pt modelId="{3C477774-7F41-4858-A31D-61D365ECB501}" type="sibTrans" cxnId="{D496B37D-DC19-499A-984A-C6922369987A}">
      <dgm:prSet/>
      <dgm:spPr/>
      <dgm:t>
        <a:bodyPr/>
        <a:lstStyle/>
        <a:p>
          <a:endParaRPr lang="et-EE" dirty="0"/>
        </a:p>
      </dgm:t>
    </dgm:pt>
    <dgm:pt modelId="{16331D21-8911-4744-AE74-39F6CA1E8FD0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Ei </a:t>
          </a:r>
          <a:r>
            <a:rPr lang="en-US" dirty="0" err="1"/>
            <a:t>kontrolli</a:t>
          </a:r>
          <a:r>
            <a:rPr lang="en-US" dirty="0"/>
            <a:t> </a:t>
          </a:r>
          <a:r>
            <a:rPr lang="en-US" dirty="0" err="1"/>
            <a:t>andmete</a:t>
          </a:r>
          <a:r>
            <a:rPr lang="en-US" dirty="0"/>
            <a:t> </a:t>
          </a:r>
          <a:r>
            <a:rPr lang="en-US" dirty="0" err="1"/>
            <a:t>usaldusväärsust</a:t>
          </a:r>
          <a:endParaRPr lang="en-US" dirty="0"/>
        </a:p>
      </dgm:t>
    </dgm:pt>
    <dgm:pt modelId="{DA11E543-4A05-4D00-86F8-42FF0BDBF66A}" type="parTrans" cxnId="{301876B7-967B-47D3-9F88-93AE89649A73}">
      <dgm:prSet/>
      <dgm:spPr/>
      <dgm:t>
        <a:bodyPr/>
        <a:lstStyle/>
        <a:p>
          <a:endParaRPr lang="et-EE"/>
        </a:p>
      </dgm:t>
    </dgm:pt>
    <dgm:pt modelId="{BD016BC9-9023-4565-8C1B-2B1038E0E657}" type="sibTrans" cxnId="{301876B7-967B-47D3-9F88-93AE89649A73}">
      <dgm:prSet/>
      <dgm:spPr/>
      <dgm:t>
        <a:bodyPr/>
        <a:lstStyle/>
        <a:p>
          <a:endParaRPr lang="et-EE" dirty="0"/>
        </a:p>
      </dgm:t>
    </dgm:pt>
    <dgm:pt modelId="{F8A85E8A-C753-4485-B202-5FD669B0EEFB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Ei </a:t>
          </a:r>
          <a:r>
            <a:rPr lang="en-US" dirty="0" err="1"/>
            <a:t>oska</a:t>
          </a:r>
          <a:r>
            <a:rPr lang="en-US" dirty="0"/>
            <a:t> </a:t>
          </a:r>
          <a:r>
            <a:rPr lang="en-US" dirty="0" err="1"/>
            <a:t>öelda</a:t>
          </a:r>
          <a:r>
            <a:rPr lang="en-US" dirty="0"/>
            <a:t>, </a:t>
          </a:r>
          <a:r>
            <a:rPr lang="en-US" dirty="0" err="1"/>
            <a:t>millist</a:t>
          </a:r>
          <a:r>
            <a:rPr lang="en-US" dirty="0"/>
            <a:t> </a:t>
          </a:r>
          <a:r>
            <a:rPr lang="en-US" dirty="0" err="1"/>
            <a:t>otsust</a:t>
          </a:r>
          <a:r>
            <a:rPr lang="en-US" dirty="0"/>
            <a:t> dashboard </a:t>
          </a:r>
          <a:r>
            <a:rPr lang="en-US" dirty="0" err="1"/>
            <a:t>toetab</a:t>
          </a:r>
          <a:endParaRPr lang="en-US" dirty="0"/>
        </a:p>
      </dgm:t>
    </dgm:pt>
    <dgm:pt modelId="{1ACB59DF-6362-4A58-8CC7-4632CCC71D9F}" type="parTrans" cxnId="{211C195E-6467-4D91-9EC6-BE004571429A}">
      <dgm:prSet/>
      <dgm:spPr/>
      <dgm:t>
        <a:bodyPr/>
        <a:lstStyle/>
        <a:p>
          <a:endParaRPr lang="et-EE"/>
        </a:p>
      </dgm:t>
    </dgm:pt>
    <dgm:pt modelId="{32B61E3D-DD54-47C5-BFDE-786328C2C516}" type="sibTrans" cxnId="{211C195E-6467-4D91-9EC6-BE004571429A}">
      <dgm:prSet/>
      <dgm:spPr/>
      <dgm:t>
        <a:bodyPr/>
        <a:lstStyle/>
        <a:p>
          <a:endParaRPr lang="et-EE"/>
        </a:p>
      </dgm:t>
    </dgm:pt>
    <dgm:pt modelId="{C3E2F209-1FDF-48A4-8113-455FA4A0520A}" type="pres">
      <dgm:prSet presAssocID="{80352ECD-17DE-4E4F-96F8-9E2B8CBE9AE5}" presName="linear" presStyleCnt="0">
        <dgm:presLayoutVars>
          <dgm:animLvl val="lvl"/>
          <dgm:resizeHandles val="exact"/>
        </dgm:presLayoutVars>
      </dgm:prSet>
      <dgm:spPr/>
    </dgm:pt>
    <dgm:pt modelId="{94B0F448-CCC2-422F-AF48-3B5743052398}" type="pres">
      <dgm:prSet presAssocID="{4B0EE05F-2736-4022-9B7F-8A57E8F81EA3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AB3E5EF-EC1D-4623-985D-09078B420818}" type="pres">
      <dgm:prSet presAssocID="{1CC975E4-B75D-4F9D-A08A-20CBB7E792DD}" presName="spacer" presStyleCnt="0"/>
      <dgm:spPr/>
    </dgm:pt>
    <dgm:pt modelId="{ABBA9AAD-B5B9-499E-B2F6-45E909F94BA0}" type="pres">
      <dgm:prSet presAssocID="{A78148AF-16D7-4B0E-A915-F54BBBB9ECF7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7F41FDFC-4051-4642-B524-8C78B6465163}" type="pres">
      <dgm:prSet presAssocID="{EC6BA156-DBD2-43BF-A342-8D859E95779D}" presName="spacer" presStyleCnt="0"/>
      <dgm:spPr/>
    </dgm:pt>
    <dgm:pt modelId="{CDB257D5-0502-4E5F-9D66-D706E56B9B5C}" type="pres">
      <dgm:prSet presAssocID="{518B00C1-98FD-486E-B160-5D9815D62BB2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EA4C41E7-8919-4DC8-A8B9-4D95D951BC3C}" type="pres">
      <dgm:prSet presAssocID="{00AF422B-B596-44E8-AD85-F7B1C08C640F}" presName="spacer" presStyleCnt="0"/>
      <dgm:spPr/>
    </dgm:pt>
    <dgm:pt modelId="{CE2FE9CB-F729-4A06-A1A3-991D90502149}" type="pres">
      <dgm:prSet presAssocID="{F79B5BDF-BE2C-44D4-8C0D-9BFA69C068A7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70A80DFC-8F5B-4D45-A6B6-61543E8DABF0}" type="pres">
      <dgm:prSet presAssocID="{ECA20A79-4417-4242-9606-863838AD565A}" presName="spacer" presStyleCnt="0"/>
      <dgm:spPr/>
    </dgm:pt>
    <dgm:pt modelId="{58DA0DEC-E109-4C8A-B3D4-F4F6A3FE5083}" type="pres">
      <dgm:prSet presAssocID="{8871D694-9245-485F-A9C8-8FB4B076F4A3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8CB022CE-3621-4385-BC61-35A14C7DC061}" type="pres">
      <dgm:prSet presAssocID="{9B0A07A5-0E13-4FDF-B842-68E44A436D91}" presName="spacer" presStyleCnt="0"/>
      <dgm:spPr/>
    </dgm:pt>
    <dgm:pt modelId="{DF02529F-D5EF-4CB3-A080-14A6E52FB47A}" type="pres">
      <dgm:prSet presAssocID="{3A404AD2-1619-49FD-9325-ABDD848EBD5B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47D123E1-ABAF-4074-AAA7-CDC7044661E4}" type="pres">
      <dgm:prSet presAssocID="{E7D30A3B-6A1C-4C2D-8F49-0C42B8F59D85}" presName="spacer" presStyleCnt="0"/>
      <dgm:spPr/>
    </dgm:pt>
    <dgm:pt modelId="{A643B309-C7DF-4605-ABB7-D5C51E856BE0}" type="pres">
      <dgm:prSet presAssocID="{9021AE9A-2689-4DEF-B87C-A274756DB2D8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01A00CE-5C6E-4A56-9DAB-92B276ECA146}" type="pres">
      <dgm:prSet presAssocID="{653B0152-F1F9-48B8-8F54-F04B05DBE2A3}" presName="spacer" presStyleCnt="0"/>
      <dgm:spPr/>
    </dgm:pt>
    <dgm:pt modelId="{0682360A-C097-4BB6-8705-8425300876DA}" type="pres">
      <dgm:prSet presAssocID="{9058E00A-7668-41D5-B0FC-807954946ADE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2D35F938-26DA-48E5-951A-A647E4778FCA}" type="pres">
      <dgm:prSet presAssocID="{3C477774-7F41-4858-A31D-61D365ECB501}" presName="spacer" presStyleCnt="0"/>
      <dgm:spPr/>
    </dgm:pt>
    <dgm:pt modelId="{91E8AEB1-87EC-450D-9599-EEEB34236390}" type="pres">
      <dgm:prSet presAssocID="{16331D21-8911-4744-AE74-39F6CA1E8FD0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402086E9-4656-4213-8D1D-582C008BEC36}" type="pres">
      <dgm:prSet presAssocID="{BD016BC9-9023-4565-8C1B-2B1038E0E657}" presName="spacer" presStyleCnt="0"/>
      <dgm:spPr/>
    </dgm:pt>
    <dgm:pt modelId="{3F24A797-7B58-407A-B11A-3BC8DF89A21C}" type="pres">
      <dgm:prSet presAssocID="{F8A85E8A-C753-4485-B202-5FD669B0EEFB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883BC804-B39F-40B2-96D4-53F32E54F88A}" type="presOf" srcId="{9058E00A-7668-41D5-B0FC-807954946ADE}" destId="{0682360A-C097-4BB6-8705-8425300876DA}" srcOrd="0" destOrd="0" presId="urn:microsoft.com/office/officeart/2005/8/layout/vList2"/>
    <dgm:cxn modelId="{52001308-1D33-445E-8CFD-103E71EF99DC}" type="presOf" srcId="{F8A85E8A-C753-4485-B202-5FD669B0EEFB}" destId="{3F24A797-7B58-407A-B11A-3BC8DF89A21C}" srcOrd="0" destOrd="0" presId="urn:microsoft.com/office/officeart/2005/8/layout/vList2"/>
    <dgm:cxn modelId="{91B51019-9DE2-4B06-B016-E369FEF48A0C}" srcId="{80352ECD-17DE-4E4F-96F8-9E2B8CBE9AE5}" destId="{8871D694-9245-485F-A9C8-8FB4B076F4A3}" srcOrd="4" destOrd="0" parTransId="{F99EE5DF-3278-4F7E-A220-C48302E8BD3A}" sibTransId="{9B0A07A5-0E13-4FDF-B842-68E44A436D91}"/>
    <dgm:cxn modelId="{C9ADB922-C6D1-4DE5-8B2C-AB0FA0121A9B}" type="presOf" srcId="{A78148AF-16D7-4B0E-A915-F54BBBB9ECF7}" destId="{ABBA9AAD-B5B9-499E-B2F6-45E909F94BA0}" srcOrd="0" destOrd="0" presId="urn:microsoft.com/office/officeart/2005/8/layout/vList2"/>
    <dgm:cxn modelId="{2580DB32-08FE-48EB-89ED-BB31DD154CD4}" srcId="{80352ECD-17DE-4E4F-96F8-9E2B8CBE9AE5}" destId="{F79B5BDF-BE2C-44D4-8C0D-9BFA69C068A7}" srcOrd="3" destOrd="0" parTransId="{677E3DD9-E101-433E-AE51-5308E64595ED}" sibTransId="{ECA20A79-4417-4242-9606-863838AD565A}"/>
    <dgm:cxn modelId="{2DB2015E-663A-4D72-A2D8-FA5B4E61B6BF}" type="presOf" srcId="{8871D694-9245-485F-A9C8-8FB4B076F4A3}" destId="{58DA0DEC-E109-4C8A-B3D4-F4F6A3FE5083}" srcOrd="0" destOrd="0" presId="urn:microsoft.com/office/officeart/2005/8/layout/vList2"/>
    <dgm:cxn modelId="{211C195E-6467-4D91-9EC6-BE004571429A}" srcId="{80352ECD-17DE-4E4F-96F8-9E2B8CBE9AE5}" destId="{F8A85E8A-C753-4485-B202-5FD669B0EEFB}" srcOrd="9" destOrd="0" parTransId="{1ACB59DF-6362-4A58-8CC7-4632CCC71D9F}" sibTransId="{32B61E3D-DD54-47C5-BFDE-786328C2C516}"/>
    <dgm:cxn modelId="{F864FA60-C3CF-420F-8044-BA0E53A20284}" srcId="{80352ECD-17DE-4E4F-96F8-9E2B8CBE9AE5}" destId="{A78148AF-16D7-4B0E-A915-F54BBBB9ECF7}" srcOrd="1" destOrd="0" parTransId="{BF06F0E1-100A-496D-B85F-504D3DD20D8E}" sibTransId="{EC6BA156-DBD2-43BF-A342-8D859E95779D}"/>
    <dgm:cxn modelId="{845C0B63-9C84-4787-9081-591B92E60A52}" srcId="{80352ECD-17DE-4E4F-96F8-9E2B8CBE9AE5}" destId="{3A404AD2-1619-49FD-9325-ABDD848EBD5B}" srcOrd="5" destOrd="0" parTransId="{C1E5EBC7-96C4-4DE0-8DE5-A89E77963565}" sibTransId="{E7D30A3B-6A1C-4C2D-8F49-0C42B8F59D85}"/>
    <dgm:cxn modelId="{5F0BE944-5AA0-4587-AC43-89B5B14F6D92}" srcId="{80352ECD-17DE-4E4F-96F8-9E2B8CBE9AE5}" destId="{4B0EE05F-2736-4022-9B7F-8A57E8F81EA3}" srcOrd="0" destOrd="0" parTransId="{D7E26838-C901-4CD5-A719-C108F4D5C9E0}" sibTransId="{1CC975E4-B75D-4F9D-A08A-20CBB7E792DD}"/>
    <dgm:cxn modelId="{D496B37D-DC19-499A-984A-C6922369987A}" srcId="{80352ECD-17DE-4E4F-96F8-9E2B8CBE9AE5}" destId="{9058E00A-7668-41D5-B0FC-807954946ADE}" srcOrd="7" destOrd="0" parTransId="{DD7F6AB1-C73E-4880-8083-5661C87DB5B0}" sibTransId="{3C477774-7F41-4858-A31D-61D365ECB501}"/>
    <dgm:cxn modelId="{2A269398-3899-46F9-AAA3-38D7DBF9AB2E}" type="presOf" srcId="{80352ECD-17DE-4E4F-96F8-9E2B8CBE9AE5}" destId="{C3E2F209-1FDF-48A4-8113-455FA4A0520A}" srcOrd="0" destOrd="0" presId="urn:microsoft.com/office/officeart/2005/8/layout/vList2"/>
    <dgm:cxn modelId="{15145B9A-18AC-41FA-AF93-D32FE101EC93}" type="presOf" srcId="{518B00C1-98FD-486E-B160-5D9815D62BB2}" destId="{CDB257D5-0502-4E5F-9D66-D706E56B9B5C}" srcOrd="0" destOrd="0" presId="urn:microsoft.com/office/officeart/2005/8/layout/vList2"/>
    <dgm:cxn modelId="{93E0C89B-7946-4FD5-9173-3F1F2BCC1663}" srcId="{80352ECD-17DE-4E4F-96F8-9E2B8CBE9AE5}" destId="{9021AE9A-2689-4DEF-B87C-A274756DB2D8}" srcOrd="6" destOrd="0" parTransId="{6381D1AF-8F1A-4006-9F31-8A3D707A336E}" sibTransId="{653B0152-F1F9-48B8-8F54-F04B05DBE2A3}"/>
    <dgm:cxn modelId="{301876B7-967B-47D3-9F88-93AE89649A73}" srcId="{80352ECD-17DE-4E4F-96F8-9E2B8CBE9AE5}" destId="{16331D21-8911-4744-AE74-39F6CA1E8FD0}" srcOrd="8" destOrd="0" parTransId="{DA11E543-4A05-4D00-86F8-42FF0BDBF66A}" sibTransId="{BD016BC9-9023-4565-8C1B-2B1038E0E657}"/>
    <dgm:cxn modelId="{8B9301B8-4995-4C86-A9CA-CCAE20EDC0C8}" type="presOf" srcId="{3A404AD2-1619-49FD-9325-ABDD848EBD5B}" destId="{DF02529F-D5EF-4CB3-A080-14A6E52FB47A}" srcOrd="0" destOrd="0" presId="urn:microsoft.com/office/officeart/2005/8/layout/vList2"/>
    <dgm:cxn modelId="{D3A382C5-8BDA-49F1-A433-99D5661934C6}" type="presOf" srcId="{F79B5BDF-BE2C-44D4-8C0D-9BFA69C068A7}" destId="{CE2FE9CB-F729-4A06-A1A3-991D90502149}" srcOrd="0" destOrd="0" presId="urn:microsoft.com/office/officeart/2005/8/layout/vList2"/>
    <dgm:cxn modelId="{737B52E6-83A9-49A9-A611-C4E053D9BEFD}" type="presOf" srcId="{16331D21-8911-4744-AE74-39F6CA1E8FD0}" destId="{91E8AEB1-87EC-450D-9599-EEEB34236390}" srcOrd="0" destOrd="0" presId="urn:microsoft.com/office/officeart/2005/8/layout/vList2"/>
    <dgm:cxn modelId="{5448B9E9-CE5C-4BFD-A117-8D19C521E4CC}" type="presOf" srcId="{9021AE9A-2689-4DEF-B87C-A274756DB2D8}" destId="{A643B309-C7DF-4605-ABB7-D5C51E856BE0}" srcOrd="0" destOrd="0" presId="urn:microsoft.com/office/officeart/2005/8/layout/vList2"/>
    <dgm:cxn modelId="{A653C8F3-27ED-42F1-A570-F4E5DD101EC9}" type="presOf" srcId="{4B0EE05F-2736-4022-9B7F-8A57E8F81EA3}" destId="{94B0F448-CCC2-422F-AF48-3B5743052398}" srcOrd="0" destOrd="0" presId="urn:microsoft.com/office/officeart/2005/8/layout/vList2"/>
    <dgm:cxn modelId="{01ABF6FD-A3EE-4521-9043-DB1FDB550403}" srcId="{80352ECD-17DE-4E4F-96F8-9E2B8CBE9AE5}" destId="{518B00C1-98FD-486E-B160-5D9815D62BB2}" srcOrd="2" destOrd="0" parTransId="{E401F6B7-C370-4D64-A6CE-DEA405C3E2FE}" sibTransId="{00AF422B-B596-44E8-AD85-F7B1C08C640F}"/>
    <dgm:cxn modelId="{EAFFC797-84DD-4A41-8DE7-963837C76CAB}" type="presParOf" srcId="{C3E2F209-1FDF-48A4-8113-455FA4A0520A}" destId="{94B0F448-CCC2-422F-AF48-3B5743052398}" srcOrd="0" destOrd="0" presId="urn:microsoft.com/office/officeart/2005/8/layout/vList2"/>
    <dgm:cxn modelId="{D6947CD0-DA47-41AD-ACE0-FC7A1481C747}" type="presParOf" srcId="{C3E2F209-1FDF-48A4-8113-455FA4A0520A}" destId="{DAB3E5EF-EC1D-4623-985D-09078B420818}" srcOrd="1" destOrd="0" presId="urn:microsoft.com/office/officeart/2005/8/layout/vList2"/>
    <dgm:cxn modelId="{0E1D7BBB-1D38-4C13-8FD6-1AF54BADB76C}" type="presParOf" srcId="{C3E2F209-1FDF-48A4-8113-455FA4A0520A}" destId="{ABBA9AAD-B5B9-499E-B2F6-45E909F94BA0}" srcOrd="2" destOrd="0" presId="urn:microsoft.com/office/officeart/2005/8/layout/vList2"/>
    <dgm:cxn modelId="{C96D6B37-DE2F-442B-AD89-8A0386E9247B}" type="presParOf" srcId="{C3E2F209-1FDF-48A4-8113-455FA4A0520A}" destId="{7F41FDFC-4051-4642-B524-8C78B6465163}" srcOrd="3" destOrd="0" presId="urn:microsoft.com/office/officeart/2005/8/layout/vList2"/>
    <dgm:cxn modelId="{EFA278CE-A85E-42DF-BAEF-35B93020B3FC}" type="presParOf" srcId="{C3E2F209-1FDF-48A4-8113-455FA4A0520A}" destId="{CDB257D5-0502-4E5F-9D66-D706E56B9B5C}" srcOrd="4" destOrd="0" presId="urn:microsoft.com/office/officeart/2005/8/layout/vList2"/>
    <dgm:cxn modelId="{643D7B18-6309-41AC-8946-7759E050780A}" type="presParOf" srcId="{C3E2F209-1FDF-48A4-8113-455FA4A0520A}" destId="{EA4C41E7-8919-4DC8-A8B9-4D95D951BC3C}" srcOrd="5" destOrd="0" presId="urn:microsoft.com/office/officeart/2005/8/layout/vList2"/>
    <dgm:cxn modelId="{22D7CBA7-3B3B-49A7-A847-609FB959C6F2}" type="presParOf" srcId="{C3E2F209-1FDF-48A4-8113-455FA4A0520A}" destId="{CE2FE9CB-F729-4A06-A1A3-991D90502149}" srcOrd="6" destOrd="0" presId="urn:microsoft.com/office/officeart/2005/8/layout/vList2"/>
    <dgm:cxn modelId="{B8B1BF66-00B7-45A5-997A-CCAE881B32C4}" type="presParOf" srcId="{C3E2F209-1FDF-48A4-8113-455FA4A0520A}" destId="{70A80DFC-8F5B-4D45-A6B6-61543E8DABF0}" srcOrd="7" destOrd="0" presId="urn:microsoft.com/office/officeart/2005/8/layout/vList2"/>
    <dgm:cxn modelId="{E3A8211E-FD23-4276-90D0-B38F63B8F655}" type="presParOf" srcId="{C3E2F209-1FDF-48A4-8113-455FA4A0520A}" destId="{58DA0DEC-E109-4C8A-B3D4-F4F6A3FE5083}" srcOrd="8" destOrd="0" presId="urn:microsoft.com/office/officeart/2005/8/layout/vList2"/>
    <dgm:cxn modelId="{BBEAEA83-B8FF-4657-99EC-3BD257CD8FF4}" type="presParOf" srcId="{C3E2F209-1FDF-48A4-8113-455FA4A0520A}" destId="{8CB022CE-3621-4385-BC61-35A14C7DC061}" srcOrd="9" destOrd="0" presId="urn:microsoft.com/office/officeart/2005/8/layout/vList2"/>
    <dgm:cxn modelId="{7F64CD6D-71B4-4C70-AB1B-A5785FE75F70}" type="presParOf" srcId="{C3E2F209-1FDF-48A4-8113-455FA4A0520A}" destId="{DF02529F-D5EF-4CB3-A080-14A6E52FB47A}" srcOrd="10" destOrd="0" presId="urn:microsoft.com/office/officeart/2005/8/layout/vList2"/>
    <dgm:cxn modelId="{AE79A408-35C7-4035-85B9-31799242EBC2}" type="presParOf" srcId="{C3E2F209-1FDF-48A4-8113-455FA4A0520A}" destId="{47D123E1-ABAF-4074-AAA7-CDC7044661E4}" srcOrd="11" destOrd="0" presId="urn:microsoft.com/office/officeart/2005/8/layout/vList2"/>
    <dgm:cxn modelId="{452B61B2-2A62-4D30-B1A4-903F327D43A4}" type="presParOf" srcId="{C3E2F209-1FDF-48A4-8113-455FA4A0520A}" destId="{A643B309-C7DF-4605-ABB7-D5C51E856BE0}" srcOrd="12" destOrd="0" presId="urn:microsoft.com/office/officeart/2005/8/layout/vList2"/>
    <dgm:cxn modelId="{86849F6D-4562-411C-A3DB-FE8755648E6C}" type="presParOf" srcId="{C3E2F209-1FDF-48A4-8113-455FA4A0520A}" destId="{301A00CE-5C6E-4A56-9DAB-92B276ECA146}" srcOrd="13" destOrd="0" presId="urn:microsoft.com/office/officeart/2005/8/layout/vList2"/>
    <dgm:cxn modelId="{FFD856A0-19B0-4EE5-ADE1-6CDE030C91D2}" type="presParOf" srcId="{C3E2F209-1FDF-48A4-8113-455FA4A0520A}" destId="{0682360A-C097-4BB6-8705-8425300876DA}" srcOrd="14" destOrd="0" presId="urn:microsoft.com/office/officeart/2005/8/layout/vList2"/>
    <dgm:cxn modelId="{69920582-FE7F-459C-A404-FBA1598CE2BE}" type="presParOf" srcId="{C3E2F209-1FDF-48A4-8113-455FA4A0520A}" destId="{2D35F938-26DA-48E5-951A-A647E4778FCA}" srcOrd="15" destOrd="0" presId="urn:microsoft.com/office/officeart/2005/8/layout/vList2"/>
    <dgm:cxn modelId="{D6C3026F-C42B-413E-B271-D51761994158}" type="presParOf" srcId="{C3E2F209-1FDF-48A4-8113-455FA4A0520A}" destId="{91E8AEB1-87EC-450D-9599-EEEB34236390}" srcOrd="16" destOrd="0" presId="urn:microsoft.com/office/officeart/2005/8/layout/vList2"/>
    <dgm:cxn modelId="{114BE809-12F0-4D73-AD3F-947299CC8FC6}" type="presParOf" srcId="{C3E2F209-1FDF-48A4-8113-455FA4A0520A}" destId="{402086E9-4656-4213-8D1D-582C008BEC36}" srcOrd="17" destOrd="0" presId="urn:microsoft.com/office/officeart/2005/8/layout/vList2"/>
    <dgm:cxn modelId="{5667865A-6D8A-474E-8402-B9537089D139}" type="presParOf" srcId="{C3E2F209-1FDF-48A4-8113-455FA4A0520A}" destId="{3F24A797-7B58-407A-B11A-3BC8DF89A21C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352ECD-17DE-4E4F-96F8-9E2B8CBE9AE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C7EF2BD-ED82-45C9-A902-50A40EC10FF7}">
      <dgm:prSet/>
      <dgm:spPr/>
      <dgm:t>
        <a:bodyPr/>
        <a:lstStyle/>
        <a:p>
          <a:r>
            <a:rPr lang="en-US" dirty="0" err="1"/>
            <a:t>Kasutada</a:t>
          </a:r>
          <a:r>
            <a:rPr lang="en-US" dirty="0"/>
            <a:t> </a:t>
          </a:r>
          <a:r>
            <a:rPr lang="en-US" dirty="0" err="1"/>
            <a:t>praktilist</a:t>
          </a:r>
          <a:r>
            <a:rPr lang="en-US" dirty="0"/>
            <a:t> </a:t>
          </a:r>
          <a:r>
            <a:rPr lang="en-US" dirty="0" err="1"/>
            <a:t>dashboardiülesannet</a:t>
          </a:r>
          <a:endParaRPr lang="en-US" dirty="0"/>
        </a:p>
      </dgm:t>
    </dgm:pt>
    <dgm:pt modelId="{7A841449-CFA1-4175-90C0-77ED45D9AD5B}" type="parTrans" cxnId="{7AC46514-BEC1-4DA6-9C93-DDC0F0E33BEE}">
      <dgm:prSet/>
      <dgm:spPr/>
      <dgm:t>
        <a:bodyPr/>
        <a:lstStyle/>
        <a:p>
          <a:endParaRPr lang="en-US"/>
        </a:p>
      </dgm:t>
    </dgm:pt>
    <dgm:pt modelId="{BCE37A86-F1A0-4D7B-B253-A59356ECB9D7}" type="sibTrans" cxnId="{7AC46514-BEC1-4DA6-9C93-DDC0F0E33BEE}">
      <dgm:prSet/>
      <dgm:spPr/>
      <dgm:t>
        <a:bodyPr/>
        <a:lstStyle/>
        <a:p>
          <a:endParaRPr lang="en-US"/>
        </a:p>
      </dgm:t>
    </dgm:pt>
    <dgm:pt modelId="{3D550270-1700-4652-ABEB-D94AE8B1082F}">
      <dgm:prSet/>
      <dgm:spPr/>
      <dgm:t>
        <a:bodyPr/>
        <a:lstStyle/>
        <a:p>
          <a:r>
            <a:rPr lang="en-US" dirty="0" err="1"/>
            <a:t>Hinnata</a:t>
          </a:r>
          <a:r>
            <a:rPr lang="en-US" dirty="0"/>
            <a:t> KPI-de </a:t>
          </a:r>
          <a:r>
            <a:rPr lang="en-US" dirty="0" err="1"/>
            <a:t>loogikat</a:t>
          </a:r>
          <a:r>
            <a:rPr lang="en-US" dirty="0"/>
            <a:t> ja </a:t>
          </a:r>
          <a:r>
            <a:rPr lang="en-US" dirty="0" err="1"/>
            <a:t>ärilist</a:t>
          </a:r>
          <a:r>
            <a:rPr lang="en-US" dirty="0"/>
            <a:t> </a:t>
          </a:r>
          <a:r>
            <a:rPr lang="en-US" dirty="0" err="1"/>
            <a:t>mõtlemist</a:t>
          </a:r>
          <a:endParaRPr lang="en-US" dirty="0"/>
        </a:p>
      </dgm:t>
    </dgm:pt>
    <dgm:pt modelId="{B29F4CAE-892B-4108-93F5-3C890FB7C32E}" type="parTrans" cxnId="{04934156-3A6A-4049-856A-04356E2E16CF}">
      <dgm:prSet/>
      <dgm:spPr/>
      <dgm:t>
        <a:bodyPr/>
        <a:lstStyle/>
        <a:p>
          <a:endParaRPr lang="en-US"/>
        </a:p>
      </dgm:t>
    </dgm:pt>
    <dgm:pt modelId="{612E7406-0218-4BCC-8343-CDBF77BB2666}" type="sibTrans" cxnId="{04934156-3A6A-4049-856A-04356E2E16CF}">
      <dgm:prSet/>
      <dgm:spPr/>
      <dgm:t>
        <a:bodyPr/>
        <a:lstStyle/>
        <a:p>
          <a:endParaRPr lang="en-US"/>
        </a:p>
      </dgm:t>
    </dgm:pt>
    <dgm:pt modelId="{DE0D86D5-FD70-42E1-949A-6D56DE441171}">
      <dgm:prSet/>
      <dgm:spPr/>
      <dgm:t>
        <a:bodyPr/>
        <a:lstStyle/>
        <a:p>
          <a:r>
            <a:rPr lang="en-US" dirty="0" err="1"/>
            <a:t>Vaadata</a:t>
          </a:r>
          <a:r>
            <a:rPr lang="en-US" dirty="0"/>
            <a:t> </a:t>
          </a:r>
          <a:r>
            <a:rPr lang="en-US" dirty="0" err="1"/>
            <a:t>portfoolios</a:t>
          </a:r>
          <a:r>
            <a:rPr lang="en-US" dirty="0"/>
            <a:t> </a:t>
          </a:r>
          <a:r>
            <a:rPr lang="en-US" dirty="0" err="1"/>
            <a:t>kasutatavust</a:t>
          </a:r>
          <a:r>
            <a:rPr lang="en-US" dirty="0"/>
            <a:t>, </a:t>
          </a:r>
          <a:r>
            <a:rPr lang="en-US" dirty="0" err="1"/>
            <a:t>mitte</a:t>
          </a:r>
          <a:r>
            <a:rPr lang="en-US" dirty="0"/>
            <a:t> </a:t>
          </a:r>
          <a:r>
            <a:rPr lang="en-US" dirty="0" err="1"/>
            <a:t>ainult</a:t>
          </a:r>
          <a:r>
            <a:rPr lang="en-US" dirty="0"/>
            <a:t> </a:t>
          </a:r>
          <a:r>
            <a:rPr lang="en-US" dirty="0" err="1"/>
            <a:t>disaini</a:t>
          </a:r>
          <a:endParaRPr lang="en-US" dirty="0"/>
        </a:p>
      </dgm:t>
    </dgm:pt>
    <dgm:pt modelId="{E683037F-07DA-4542-9200-C3799BA3C0F3}" type="parTrans" cxnId="{8E4AA70D-1F13-45B4-81C8-6A6E08509E4D}">
      <dgm:prSet/>
      <dgm:spPr/>
      <dgm:t>
        <a:bodyPr/>
        <a:lstStyle/>
        <a:p>
          <a:endParaRPr lang="en-US"/>
        </a:p>
      </dgm:t>
    </dgm:pt>
    <dgm:pt modelId="{BFD57996-6A6C-410D-B615-D393D0271BBE}" type="sibTrans" cxnId="{8E4AA70D-1F13-45B4-81C8-6A6E08509E4D}">
      <dgm:prSet/>
      <dgm:spPr/>
      <dgm:t>
        <a:bodyPr/>
        <a:lstStyle/>
        <a:p>
          <a:endParaRPr lang="en-US"/>
        </a:p>
      </dgm:t>
    </dgm:pt>
    <dgm:pt modelId="{FEA95E75-4416-4C34-8864-56B15D71D1DD}">
      <dgm:prSet/>
      <dgm:spPr/>
      <dgm:t>
        <a:bodyPr/>
        <a:lstStyle/>
        <a:p>
          <a:r>
            <a:rPr lang="en-US" dirty="0" err="1"/>
            <a:t>Kontrollida</a:t>
          </a:r>
          <a:r>
            <a:rPr lang="en-US" dirty="0"/>
            <a:t> </a:t>
          </a:r>
          <a:r>
            <a:rPr lang="en-US" dirty="0" err="1"/>
            <a:t>suhtlemisoskust</a:t>
          </a:r>
          <a:endParaRPr lang="en-US" dirty="0"/>
        </a:p>
      </dgm:t>
    </dgm:pt>
    <dgm:pt modelId="{A1257719-04F7-4FAD-A5FF-7335C7493D06}" type="parTrans" cxnId="{82CF9807-B827-4921-8EB9-4BD4FC1281BD}">
      <dgm:prSet/>
      <dgm:spPr/>
      <dgm:t>
        <a:bodyPr/>
        <a:lstStyle/>
        <a:p>
          <a:endParaRPr lang="en-US"/>
        </a:p>
      </dgm:t>
    </dgm:pt>
    <dgm:pt modelId="{A4844ABE-7B8E-443D-B507-439335662D11}" type="sibTrans" cxnId="{82CF9807-B827-4921-8EB9-4BD4FC1281BD}">
      <dgm:prSet/>
      <dgm:spPr/>
      <dgm:t>
        <a:bodyPr/>
        <a:lstStyle/>
        <a:p>
          <a:endParaRPr lang="en-US"/>
        </a:p>
      </dgm:t>
    </dgm:pt>
    <dgm:pt modelId="{DA1F475B-2B50-4763-8F25-F10A43EBE756}">
      <dgm:prSet/>
      <dgm:spPr/>
      <dgm:t>
        <a:bodyPr/>
        <a:lstStyle/>
        <a:p>
          <a:r>
            <a:rPr lang="en-US" dirty="0"/>
            <a:t>Valida </a:t>
          </a:r>
          <a:r>
            <a:rPr lang="en-US" dirty="0" err="1"/>
            <a:t>kandidaat</a:t>
          </a:r>
          <a:r>
            <a:rPr lang="en-US" dirty="0"/>
            <a:t>, </a:t>
          </a:r>
          <a:r>
            <a:rPr lang="en-US" dirty="0" err="1"/>
            <a:t>kes</a:t>
          </a:r>
          <a:r>
            <a:rPr lang="en-US" dirty="0"/>
            <a:t> </a:t>
          </a:r>
          <a:r>
            <a:rPr lang="en-US" dirty="0" err="1"/>
            <a:t>loob</a:t>
          </a:r>
          <a:r>
            <a:rPr lang="en-US" dirty="0"/>
            <a:t> </a:t>
          </a:r>
          <a:r>
            <a:rPr lang="en-US" dirty="0" err="1"/>
            <a:t>usaldusväärset</a:t>
          </a:r>
          <a:r>
            <a:rPr lang="en-US" dirty="0"/>
            <a:t> </a:t>
          </a:r>
          <a:r>
            <a:rPr lang="en-US" dirty="0" err="1"/>
            <a:t>juhtimisinfot</a:t>
          </a:r>
          <a:endParaRPr lang="en-US" dirty="0"/>
        </a:p>
      </dgm:t>
    </dgm:pt>
    <dgm:pt modelId="{63F43F34-5578-4012-8373-1CCD9E1F394B}" type="parTrans" cxnId="{A2EAB625-BED3-428A-B5DD-E7B8ABED104C}">
      <dgm:prSet/>
      <dgm:spPr/>
      <dgm:t>
        <a:bodyPr/>
        <a:lstStyle/>
        <a:p>
          <a:endParaRPr lang="en-US"/>
        </a:p>
      </dgm:t>
    </dgm:pt>
    <dgm:pt modelId="{05F71B13-43F6-4E9E-BD05-A86AE0EA9BE6}" type="sibTrans" cxnId="{A2EAB625-BED3-428A-B5DD-E7B8ABED104C}">
      <dgm:prSet/>
      <dgm:spPr/>
      <dgm:t>
        <a:bodyPr/>
        <a:lstStyle/>
        <a:p>
          <a:endParaRPr lang="en-US"/>
        </a:p>
      </dgm:t>
    </dgm:pt>
    <dgm:pt modelId="{BFB414B7-1DC7-42AD-A64C-69F4A73D14DA}" type="pres">
      <dgm:prSet presAssocID="{80352ECD-17DE-4E4F-96F8-9E2B8CBE9AE5}" presName="vert0" presStyleCnt="0">
        <dgm:presLayoutVars>
          <dgm:dir/>
          <dgm:animOne val="branch"/>
          <dgm:animLvl val="lvl"/>
        </dgm:presLayoutVars>
      </dgm:prSet>
      <dgm:spPr/>
    </dgm:pt>
    <dgm:pt modelId="{4FAB5C69-9EFF-4E2D-9C4B-84E08F518261}" type="pres">
      <dgm:prSet presAssocID="{FC7EF2BD-ED82-45C9-A902-50A40EC10FF7}" presName="thickLine" presStyleLbl="alignNode1" presStyleIdx="0" presStyleCnt="5"/>
      <dgm:spPr/>
    </dgm:pt>
    <dgm:pt modelId="{8561558C-9CEF-4EED-A01C-55283335DFF0}" type="pres">
      <dgm:prSet presAssocID="{FC7EF2BD-ED82-45C9-A902-50A40EC10FF7}" presName="horz1" presStyleCnt="0"/>
      <dgm:spPr/>
    </dgm:pt>
    <dgm:pt modelId="{3B732B87-42E7-4C9C-BB1D-808A53CC387C}" type="pres">
      <dgm:prSet presAssocID="{FC7EF2BD-ED82-45C9-A902-50A40EC10FF7}" presName="tx1" presStyleLbl="revTx" presStyleIdx="0" presStyleCnt="5"/>
      <dgm:spPr/>
    </dgm:pt>
    <dgm:pt modelId="{0F4A473A-1C28-49A0-B37E-9F02F2EC0D9D}" type="pres">
      <dgm:prSet presAssocID="{FC7EF2BD-ED82-45C9-A902-50A40EC10FF7}" presName="vert1" presStyleCnt="0"/>
      <dgm:spPr/>
    </dgm:pt>
    <dgm:pt modelId="{3AD78BAE-8DCC-429E-8BF4-409F6282C8F1}" type="pres">
      <dgm:prSet presAssocID="{3D550270-1700-4652-ABEB-D94AE8B1082F}" presName="thickLine" presStyleLbl="alignNode1" presStyleIdx="1" presStyleCnt="5"/>
      <dgm:spPr/>
    </dgm:pt>
    <dgm:pt modelId="{0939402C-57F5-4F73-B7F4-9FF3F4DED84F}" type="pres">
      <dgm:prSet presAssocID="{3D550270-1700-4652-ABEB-D94AE8B1082F}" presName="horz1" presStyleCnt="0"/>
      <dgm:spPr/>
    </dgm:pt>
    <dgm:pt modelId="{1CED1BF3-DB12-4562-B89E-492548E346CC}" type="pres">
      <dgm:prSet presAssocID="{3D550270-1700-4652-ABEB-D94AE8B1082F}" presName="tx1" presStyleLbl="revTx" presStyleIdx="1" presStyleCnt="5"/>
      <dgm:spPr/>
    </dgm:pt>
    <dgm:pt modelId="{52BCEEF9-BBD2-4FC6-9ADC-08E6AE29E0E9}" type="pres">
      <dgm:prSet presAssocID="{3D550270-1700-4652-ABEB-D94AE8B1082F}" presName="vert1" presStyleCnt="0"/>
      <dgm:spPr/>
    </dgm:pt>
    <dgm:pt modelId="{8AA38AB4-B773-49D8-8E6B-FA29265C6D95}" type="pres">
      <dgm:prSet presAssocID="{DE0D86D5-FD70-42E1-949A-6D56DE441171}" presName="thickLine" presStyleLbl="alignNode1" presStyleIdx="2" presStyleCnt="5"/>
      <dgm:spPr/>
    </dgm:pt>
    <dgm:pt modelId="{E34A1432-7E6F-4103-BB5D-A8A12D6C33C2}" type="pres">
      <dgm:prSet presAssocID="{DE0D86D5-FD70-42E1-949A-6D56DE441171}" presName="horz1" presStyleCnt="0"/>
      <dgm:spPr/>
    </dgm:pt>
    <dgm:pt modelId="{7EBC12FB-E3B8-4AB7-A036-566896ABDB6F}" type="pres">
      <dgm:prSet presAssocID="{DE0D86D5-FD70-42E1-949A-6D56DE441171}" presName="tx1" presStyleLbl="revTx" presStyleIdx="2" presStyleCnt="5"/>
      <dgm:spPr/>
    </dgm:pt>
    <dgm:pt modelId="{5C53D0B3-A39F-4D97-9AD9-0181A2A08D4F}" type="pres">
      <dgm:prSet presAssocID="{DE0D86D5-FD70-42E1-949A-6D56DE441171}" presName="vert1" presStyleCnt="0"/>
      <dgm:spPr/>
    </dgm:pt>
    <dgm:pt modelId="{E29733DC-CA83-435D-AF5F-931203B04E9E}" type="pres">
      <dgm:prSet presAssocID="{FEA95E75-4416-4C34-8864-56B15D71D1DD}" presName="thickLine" presStyleLbl="alignNode1" presStyleIdx="3" presStyleCnt="5"/>
      <dgm:spPr/>
    </dgm:pt>
    <dgm:pt modelId="{5FB9D0F2-FDEF-4838-A53A-AE30DF6508E8}" type="pres">
      <dgm:prSet presAssocID="{FEA95E75-4416-4C34-8864-56B15D71D1DD}" presName="horz1" presStyleCnt="0"/>
      <dgm:spPr/>
    </dgm:pt>
    <dgm:pt modelId="{CFAD2B35-49C0-4A72-901C-C5FC559F35C5}" type="pres">
      <dgm:prSet presAssocID="{FEA95E75-4416-4C34-8864-56B15D71D1DD}" presName="tx1" presStyleLbl="revTx" presStyleIdx="3" presStyleCnt="5"/>
      <dgm:spPr/>
    </dgm:pt>
    <dgm:pt modelId="{7DB9F901-7DE3-4E71-8B30-5172B3472B8C}" type="pres">
      <dgm:prSet presAssocID="{FEA95E75-4416-4C34-8864-56B15D71D1DD}" presName="vert1" presStyleCnt="0"/>
      <dgm:spPr/>
    </dgm:pt>
    <dgm:pt modelId="{54DD123B-EB26-4285-A0D5-471B9F3ED69E}" type="pres">
      <dgm:prSet presAssocID="{DA1F475B-2B50-4763-8F25-F10A43EBE756}" presName="thickLine" presStyleLbl="alignNode1" presStyleIdx="4" presStyleCnt="5"/>
      <dgm:spPr/>
    </dgm:pt>
    <dgm:pt modelId="{AA06EB60-D6C0-4B7D-BEDE-12BFA323B1A8}" type="pres">
      <dgm:prSet presAssocID="{DA1F475B-2B50-4763-8F25-F10A43EBE756}" presName="horz1" presStyleCnt="0"/>
      <dgm:spPr/>
    </dgm:pt>
    <dgm:pt modelId="{6E79CDB2-D8C9-4FA0-951C-130588E191B7}" type="pres">
      <dgm:prSet presAssocID="{DA1F475B-2B50-4763-8F25-F10A43EBE756}" presName="tx1" presStyleLbl="revTx" presStyleIdx="4" presStyleCnt="5"/>
      <dgm:spPr/>
    </dgm:pt>
    <dgm:pt modelId="{F5F71CD7-3A7A-4CBF-88F6-BDC79B440285}" type="pres">
      <dgm:prSet presAssocID="{DA1F475B-2B50-4763-8F25-F10A43EBE756}" presName="vert1" presStyleCnt="0"/>
      <dgm:spPr/>
    </dgm:pt>
  </dgm:ptLst>
  <dgm:cxnLst>
    <dgm:cxn modelId="{82CF9807-B827-4921-8EB9-4BD4FC1281BD}" srcId="{80352ECD-17DE-4E4F-96F8-9E2B8CBE9AE5}" destId="{FEA95E75-4416-4C34-8864-56B15D71D1DD}" srcOrd="3" destOrd="0" parTransId="{A1257719-04F7-4FAD-A5FF-7335C7493D06}" sibTransId="{A4844ABE-7B8E-443D-B507-439335662D11}"/>
    <dgm:cxn modelId="{956D280D-61BA-4B89-8AB0-9336057162BD}" type="presOf" srcId="{3D550270-1700-4652-ABEB-D94AE8B1082F}" destId="{1CED1BF3-DB12-4562-B89E-492548E346CC}" srcOrd="0" destOrd="0" presId="urn:microsoft.com/office/officeart/2008/layout/LinedList"/>
    <dgm:cxn modelId="{8E4AA70D-1F13-45B4-81C8-6A6E08509E4D}" srcId="{80352ECD-17DE-4E4F-96F8-9E2B8CBE9AE5}" destId="{DE0D86D5-FD70-42E1-949A-6D56DE441171}" srcOrd="2" destOrd="0" parTransId="{E683037F-07DA-4542-9200-C3799BA3C0F3}" sibTransId="{BFD57996-6A6C-410D-B615-D393D0271BBE}"/>
    <dgm:cxn modelId="{7AC46514-BEC1-4DA6-9C93-DDC0F0E33BEE}" srcId="{80352ECD-17DE-4E4F-96F8-9E2B8CBE9AE5}" destId="{FC7EF2BD-ED82-45C9-A902-50A40EC10FF7}" srcOrd="0" destOrd="0" parTransId="{7A841449-CFA1-4175-90C0-77ED45D9AD5B}" sibTransId="{BCE37A86-F1A0-4D7B-B253-A59356ECB9D7}"/>
    <dgm:cxn modelId="{8E34F01F-8E09-4A97-82EA-46CEBE2EB3A3}" type="presOf" srcId="{DE0D86D5-FD70-42E1-949A-6D56DE441171}" destId="{7EBC12FB-E3B8-4AB7-A036-566896ABDB6F}" srcOrd="0" destOrd="0" presId="urn:microsoft.com/office/officeart/2008/layout/LinedList"/>
    <dgm:cxn modelId="{A2EAB625-BED3-428A-B5DD-E7B8ABED104C}" srcId="{80352ECD-17DE-4E4F-96F8-9E2B8CBE9AE5}" destId="{DA1F475B-2B50-4763-8F25-F10A43EBE756}" srcOrd="4" destOrd="0" parTransId="{63F43F34-5578-4012-8373-1CCD9E1F394B}" sibTransId="{05F71B13-43F6-4E9E-BD05-A86AE0EA9BE6}"/>
    <dgm:cxn modelId="{04934156-3A6A-4049-856A-04356E2E16CF}" srcId="{80352ECD-17DE-4E4F-96F8-9E2B8CBE9AE5}" destId="{3D550270-1700-4652-ABEB-D94AE8B1082F}" srcOrd="1" destOrd="0" parTransId="{B29F4CAE-892B-4108-93F5-3C890FB7C32E}" sibTransId="{612E7406-0218-4BCC-8343-CDBF77BB2666}"/>
    <dgm:cxn modelId="{BCE9BF57-194D-4BED-9666-C7A5297D5BE2}" type="presOf" srcId="{FC7EF2BD-ED82-45C9-A902-50A40EC10FF7}" destId="{3B732B87-42E7-4C9C-BB1D-808A53CC387C}" srcOrd="0" destOrd="0" presId="urn:microsoft.com/office/officeart/2008/layout/LinedList"/>
    <dgm:cxn modelId="{FC68E581-0D2E-4172-AC43-0FC07B05D076}" type="presOf" srcId="{FEA95E75-4416-4C34-8864-56B15D71D1DD}" destId="{CFAD2B35-49C0-4A72-901C-C5FC559F35C5}" srcOrd="0" destOrd="0" presId="urn:microsoft.com/office/officeart/2008/layout/LinedList"/>
    <dgm:cxn modelId="{ECB151BF-E610-4ADE-99C6-BDF4D7EF0688}" type="presOf" srcId="{DA1F475B-2B50-4763-8F25-F10A43EBE756}" destId="{6E79CDB2-D8C9-4FA0-951C-130588E191B7}" srcOrd="0" destOrd="0" presId="urn:microsoft.com/office/officeart/2008/layout/LinedList"/>
    <dgm:cxn modelId="{388914F6-FB9D-4E09-8319-E2A9AF603DBE}" type="presOf" srcId="{80352ECD-17DE-4E4F-96F8-9E2B8CBE9AE5}" destId="{BFB414B7-1DC7-42AD-A64C-69F4A73D14DA}" srcOrd="0" destOrd="0" presId="urn:microsoft.com/office/officeart/2008/layout/LinedList"/>
    <dgm:cxn modelId="{89BF5D16-2905-4105-B215-46F928964766}" type="presParOf" srcId="{BFB414B7-1DC7-42AD-A64C-69F4A73D14DA}" destId="{4FAB5C69-9EFF-4E2D-9C4B-84E08F518261}" srcOrd="0" destOrd="0" presId="urn:microsoft.com/office/officeart/2008/layout/LinedList"/>
    <dgm:cxn modelId="{B751FDB2-240F-48DF-AA35-6C5567351DB3}" type="presParOf" srcId="{BFB414B7-1DC7-42AD-A64C-69F4A73D14DA}" destId="{8561558C-9CEF-4EED-A01C-55283335DFF0}" srcOrd="1" destOrd="0" presId="urn:microsoft.com/office/officeart/2008/layout/LinedList"/>
    <dgm:cxn modelId="{E586D809-ED62-4066-8456-172CB9AA7C25}" type="presParOf" srcId="{8561558C-9CEF-4EED-A01C-55283335DFF0}" destId="{3B732B87-42E7-4C9C-BB1D-808A53CC387C}" srcOrd="0" destOrd="0" presId="urn:microsoft.com/office/officeart/2008/layout/LinedList"/>
    <dgm:cxn modelId="{9981BBF3-B7BE-4AF7-9376-E23A784A5DEB}" type="presParOf" srcId="{8561558C-9CEF-4EED-A01C-55283335DFF0}" destId="{0F4A473A-1C28-49A0-B37E-9F02F2EC0D9D}" srcOrd="1" destOrd="0" presId="urn:microsoft.com/office/officeart/2008/layout/LinedList"/>
    <dgm:cxn modelId="{B19FB0A7-ACD7-461A-B84A-2BDB26BC0E1F}" type="presParOf" srcId="{BFB414B7-1DC7-42AD-A64C-69F4A73D14DA}" destId="{3AD78BAE-8DCC-429E-8BF4-409F6282C8F1}" srcOrd="2" destOrd="0" presId="urn:microsoft.com/office/officeart/2008/layout/LinedList"/>
    <dgm:cxn modelId="{0AF5D71F-6209-4A77-9879-F3FCFA708818}" type="presParOf" srcId="{BFB414B7-1DC7-42AD-A64C-69F4A73D14DA}" destId="{0939402C-57F5-4F73-B7F4-9FF3F4DED84F}" srcOrd="3" destOrd="0" presId="urn:microsoft.com/office/officeart/2008/layout/LinedList"/>
    <dgm:cxn modelId="{F2C58109-3BC5-4C18-A84F-7066F52CF13D}" type="presParOf" srcId="{0939402C-57F5-4F73-B7F4-9FF3F4DED84F}" destId="{1CED1BF3-DB12-4562-B89E-492548E346CC}" srcOrd="0" destOrd="0" presId="urn:microsoft.com/office/officeart/2008/layout/LinedList"/>
    <dgm:cxn modelId="{03A5502D-32A7-446F-BE78-E793E7BF9E1A}" type="presParOf" srcId="{0939402C-57F5-4F73-B7F4-9FF3F4DED84F}" destId="{52BCEEF9-BBD2-4FC6-9ADC-08E6AE29E0E9}" srcOrd="1" destOrd="0" presId="urn:microsoft.com/office/officeart/2008/layout/LinedList"/>
    <dgm:cxn modelId="{A5B48147-2A7A-491E-9D40-FA27DC45F0CA}" type="presParOf" srcId="{BFB414B7-1DC7-42AD-A64C-69F4A73D14DA}" destId="{8AA38AB4-B773-49D8-8E6B-FA29265C6D95}" srcOrd="4" destOrd="0" presId="urn:microsoft.com/office/officeart/2008/layout/LinedList"/>
    <dgm:cxn modelId="{B9C84FE3-DDD4-4B60-91DF-AC0EAE466254}" type="presParOf" srcId="{BFB414B7-1DC7-42AD-A64C-69F4A73D14DA}" destId="{E34A1432-7E6F-4103-BB5D-A8A12D6C33C2}" srcOrd="5" destOrd="0" presId="urn:microsoft.com/office/officeart/2008/layout/LinedList"/>
    <dgm:cxn modelId="{B1D3AA0B-DEC5-4EF0-9763-27D93ECCD54B}" type="presParOf" srcId="{E34A1432-7E6F-4103-BB5D-A8A12D6C33C2}" destId="{7EBC12FB-E3B8-4AB7-A036-566896ABDB6F}" srcOrd="0" destOrd="0" presId="urn:microsoft.com/office/officeart/2008/layout/LinedList"/>
    <dgm:cxn modelId="{99316A02-D160-4E75-A09A-C507C1E34D58}" type="presParOf" srcId="{E34A1432-7E6F-4103-BB5D-A8A12D6C33C2}" destId="{5C53D0B3-A39F-4D97-9AD9-0181A2A08D4F}" srcOrd="1" destOrd="0" presId="urn:microsoft.com/office/officeart/2008/layout/LinedList"/>
    <dgm:cxn modelId="{E124ABCB-B09C-4EDC-873C-8F8E043DDE00}" type="presParOf" srcId="{BFB414B7-1DC7-42AD-A64C-69F4A73D14DA}" destId="{E29733DC-CA83-435D-AF5F-931203B04E9E}" srcOrd="6" destOrd="0" presId="urn:microsoft.com/office/officeart/2008/layout/LinedList"/>
    <dgm:cxn modelId="{5CA5EC08-CEDB-4D4A-9321-BB9F3255025B}" type="presParOf" srcId="{BFB414B7-1DC7-42AD-A64C-69F4A73D14DA}" destId="{5FB9D0F2-FDEF-4838-A53A-AE30DF6508E8}" srcOrd="7" destOrd="0" presId="urn:microsoft.com/office/officeart/2008/layout/LinedList"/>
    <dgm:cxn modelId="{74E9B8FA-6E22-494B-B00E-94FC541BEE50}" type="presParOf" srcId="{5FB9D0F2-FDEF-4838-A53A-AE30DF6508E8}" destId="{CFAD2B35-49C0-4A72-901C-C5FC559F35C5}" srcOrd="0" destOrd="0" presId="urn:microsoft.com/office/officeart/2008/layout/LinedList"/>
    <dgm:cxn modelId="{BEB8D05D-DD8B-4A4D-88D5-368511BDC987}" type="presParOf" srcId="{5FB9D0F2-FDEF-4838-A53A-AE30DF6508E8}" destId="{7DB9F901-7DE3-4E71-8B30-5172B3472B8C}" srcOrd="1" destOrd="0" presId="urn:microsoft.com/office/officeart/2008/layout/LinedList"/>
    <dgm:cxn modelId="{B62A1481-2F61-4A8F-8B7E-E89B06F772BE}" type="presParOf" srcId="{BFB414B7-1DC7-42AD-A64C-69F4A73D14DA}" destId="{54DD123B-EB26-4285-A0D5-471B9F3ED69E}" srcOrd="8" destOrd="0" presId="urn:microsoft.com/office/officeart/2008/layout/LinedList"/>
    <dgm:cxn modelId="{47ECA7E3-615A-406A-91E4-D56E5F9C46F4}" type="presParOf" srcId="{BFB414B7-1DC7-42AD-A64C-69F4A73D14DA}" destId="{AA06EB60-D6C0-4B7D-BEDE-12BFA323B1A8}" srcOrd="9" destOrd="0" presId="urn:microsoft.com/office/officeart/2008/layout/LinedList"/>
    <dgm:cxn modelId="{5F06D696-C111-4049-B6D3-09481A7DE652}" type="presParOf" srcId="{AA06EB60-D6C0-4B7D-BEDE-12BFA323B1A8}" destId="{6E79CDB2-D8C9-4FA0-951C-130588E191B7}" srcOrd="0" destOrd="0" presId="urn:microsoft.com/office/officeart/2008/layout/LinedList"/>
    <dgm:cxn modelId="{26A79A94-E985-4080-9032-62DFE0CFA9F1}" type="presParOf" srcId="{AA06EB60-D6C0-4B7D-BEDE-12BFA323B1A8}" destId="{F5F71CD7-3A7A-4CBF-88F6-BDC79B4402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454E8B3-0C0B-49AB-B1A2-D2A16ABA934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ED2D60-3AC0-45A2-BA4A-EF8487EA0B0E}">
      <dgm:prSet/>
      <dgm:spPr/>
      <dgm:t>
        <a:bodyPr/>
        <a:lstStyle/>
        <a:p>
          <a:r>
            <a:rPr lang="en-US" dirty="0"/>
            <a:t>BI </a:t>
          </a:r>
          <a:r>
            <a:rPr lang="en-US" dirty="0" err="1"/>
            <a:t>Analüütik</a:t>
          </a:r>
          <a:r>
            <a:rPr lang="en-US" dirty="0"/>
            <a:t> </a:t>
          </a:r>
          <a:r>
            <a:rPr lang="en-US" dirty="0" err="1"/>
            <a:t>aitab</a:t>
          </a:r>
          <a:r>
            <a:rPr lang="en-US" dirty="0"/>
            <a:t> </a:t>
          </a:r>
          <a:r>
            <a:rPr lang="en-US" dirty="0" err="1"/>
            <a:t>andmetest</a:t>
          </a:r>
          <a:r>
            <a:rPr lang="en-US" dirty="0"/>
            <a:t> </a:t>
          </a:r>
          <a:r>
            <a:rPr lang="en-US" dirty="0" err="1"/>
            <a:t>otsuseid</a:t>
          </a:r>
          <a:r>
            <a:rPr lang="en-US" dirty="0"/>
            <a:t> </a:t>
          </a:r>
          <a:r>
            <a:rPr lang="en-US" dirty="0" err="1"/>
            <a:t>teha</a:t>
          </a:r>
          <a:endParaRPr lang="en-US" dirty="0"/>
        </a:p>
      </dgm:t>
    </dgm:pt>
    <dgm:pt modelId="{6F03F963-19F3-473C-AD8B-322710913461}" type="parTrans" cxnId="{FE81BCE3-0EEB-4A4F-B158-67EA34B72DB6}">
      <dgm:prSet/>
      <dgm:spPr/>
      <dgm:t>
        <a:bodyPr/>
        <a:lstStyle/>
        <a:p>
          <a:endParaRPr lang="en-US"/>
        </a:p>
      </dgm:t>
    </dgm:pt>
    <dgm:pt modelId="{0F55BA2A-6157-40A0-AECD-7EFFAA8D2B6C}" type="sibTrans" cxnId="{FE81BCE3-0EEB-4A4F-B158-67EA34B72DB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FE556DA-0D75-4E52-85BF-9E3212FC808B}">
      <dgm:prSet/>
      <dgm:spPr/>
      <dgm:t>
        <a:bodyPr/>
        <a:lstStyle/>
        <a:p>
          <a:r>
            <a:rPr lang="en-US"/>
            <a:t>Tugev kandidaat ühendab tehnilise oskuse ja ärilise mõtlemise</a:t>
          </a:r>
        </a:p>
      </dgm:t>
    </dgm:pt>
    <dgm:pt modelId="{40ADADCD-7C8A-4096-A665-F59DDA3578D6}" type="parTrans" cxnId="{E48689ED-1E38-4B08-AC23-871833001827}">
      <dgm:prSet/>
      <dgm:spPr/>
      <dgm:t>
        <a:bodyPr/>
        <a:lstStyle/>
        <a:p>
          <a:endParaRPr lang="en-US"/>
        </a:p>
      </dgm:t>
    </dgm:pt>
    <dgm:pt modelId="{BAFAFAF0-09B4-48CC-BA32-5BA26DCF8D51}" type="sibTrans" cxnId="{E48689ED-1E38-4B08-AC23-87183300182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1409533-E71D-40D9-8D94-C84B9C282502}">
      <dgm:prSet/>
      <dgm:spPr/>
      <dgm:t>
        <a:bodyPr/>
        <a:lstStyle/>
        <a:p>
          <a:r>
            <a:rPr lang="en-US"/>
            <a:t>Hea dashboard on selge, kontrollitud ja kasutatav</a:t>
          </a:r>
        </a:p>
      </dgm:t>
    </dgm:pt>
    <dgm:pt modelId="{BA84EB80-2FD9-4A05-B765-5587FE1A1382}" type="parTrans" cxnId="{05CD2E34-7207-4A0F-8535-F3FE4A07AF4B}">
      <dgm:prSet/>
      <dgm:spPr/>
      <dgm:t>
        <a:bodyPr/>
        <a:lstStyle/>
        <a:p>
          <a:endParaRPr lang="en-US"/>
        </a:p>
      </dgm:t>
    </dgm:pt>
    <dgm:pt modelId="{C2AE2932-AFB6-4A33-8A0A-69E18F7EEAA3}" type="sibTrans" cxnId="{05CD2E34-7207-4A0F-8535-F3FE4A07AF4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95EA3CA-05A0-45DD-842B-24437A0E4212}">
      <dgm:prSet/>
      <dgm:spPr/>
      <dgm:t>
        <a:bodyPr/>
        <a:lstStyle/>
        <a:p>
          <a:r>
            <a:rPr lang="en-US"/>
            <a:t>Parim kandidaat ei tee ainult graafikuid, vaid loob otsustustööriistu</a:t>
          </a:r>
        </a:p>
      </dgm:t>
    </dgm:pt>
    <dgm:pt modelId="{F53AF05F-3CE5-4EA8-9A66-DAC36E03CE28}" type="parTrans" cxnId="{B685194D-86F3-47F5-9C6E-0CCD8B485EDA}">
      <dgm:prSet/>
      <dgm:spPr/>
      <dgm:t>
        <a:bodyPr/>
        <a:lstStyle/>
        <a:p>
          <a:endParaRPr lang="en-US"/>
        </a:p>
      </dgm:t>
    </dgm:pt>
    <dgm:pt modelId="{A9C301B3-BD78-4A30-9AAA-71AC5143CB2C}" type="sibTrans" cxnId="{B685194D-86F3-47F5-9C6E-0CCD8B485ED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41FAA5F-EACC-4B70-9A83-FF5B8E1CA036}" type="pres">
      <dgm:prSet presAssocID="{D454E8B3-0C0B-49AB-B1A2-D2A16ABA9343}" presName="Name0" presStyleCnt="0">
        <dgm:presLayoutVars>
          <dgm:animLvl val="lvl"/>
          <dgm:resizeHandles val="exact"/>
        </dgm:presLayoutVars>
      </dgm:prSet>
      <dgm:spPr/>
    </dgm:pt>
    <dgm:pt modelId="{098FB871-AC9E-463E-A3B4-F5FD78A1DF5A}" type="pres">
      <dgm:prSet presAssocID="{C0ED2D60-3AC0-45A2-BA4A-EF8487EA0B0E}" presName="compositeNode" presStyleCnt="0">
        <dgm:presLayoutVars>
          <dgm:bulletEnabled val="1"/>
        </dgm:presLayoutVars>
      </dgm:prSet>
      <dgm:spPr/>
    </dgm:pt>
    <dgm:pt modelId="{357C4C55-558C-42A6-AC4A-B90E8DDC6C25}" type="pres">
      <dgm:prSet presAssocID="{C0ED2D60-3AC0-45A2-BA4A-EF8487EA0B0E}" presName="bgRect" presStyleLbl="bgAccFollowNode1" presStyleIdx="0" presStyleCnt="4"/>
      <dgm:spPr/>
    </dgm:pt>
    <dgm:pt modelId="{5C246F7F-1F22-4D3A-ABA3-535A678F72B6}" type="pres">
      <dgm:prSet presAssocID="{0F55BA2A-6157-40A0-AECD-7EFFAA8D2B6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F8E534A-A5D6-4E61-A21C-E3F0C66AF73F}" type="pres">
      <dgm:prSet presAssocID="{C0ED2D60-3AC0-45A2-BA4A-EF8487EA0B0E}" presName="bottomLine" presStyleLbl="alignNode1" presStyleIdx="1" presStyleCnt="8">
        <dgm:presLayoutVars/>
      </dgm:prSet>
      <dgm:spPr/>
    </dgm:pt>
    <dgm:pt modelId="{FCE64320-2EF1-41D8-BCA0-EB97A6FA21E0}" type="pres">
      <dgm:prSet presAssocID="{C0ED2D60-3AC0-45A2-BA4A-EF8487EA0B0E}" presName="nodeText" presStyleLbl="bgAccFollowNode1" presStyleIdx="0" presStyleCnt="4">
        <dgm:presLayoutVars>
          <dgm:bulletEnabled val="1"/>
        </dgm:presLayoutVars>
      </dgm:prSet>
      <dgm:spPr/>
    </dgm:pt>
    <dgm:pt modelId="{9C006B9D-E650-473B-82CA-AF428F6AEA20}" type="pres">
      <dgm:prSet presAssocID="{0F55BA2A-6157-40A0-AECD-7EFFAA8D2B6C}" presName="sibTrans" presStyleCnt="0"/>
      <dgm:spPr/>
    </dgm:pt>
    <dgm:pt modelId="{1AEE9CDC-6F88-449B-94C2-0CBEFB9BF5FD}" type="pres">
      <dgm:prSet presAssocID="{5FE556DA-0D75-4E52-85BF-9E3212FC808B}" presName="compositeNode" presStyleCnt="0">
        <dgm:presLayoutVars>
          <dgm:bulletEnabled val="1"/>
        </dgm:presLayoutVars>
      </dgm:prSet>
      <dgm:spPr/>
    </dgm:pt>
    <dgm:pt modelId="{FE7B7A65-57BE-4DEF-B260-CC398F81209F}" type="pres">
      <dgm:prSet presAssocID="{5FE556DA-0D75-4E52-85BF-9E3212FC808B}" presName="bgRect" presStyleLbl="bgAccFollowNode1" presStyleIdx="1" presStyleCnt="4"/>
      <dgm:spPr/>
    </dgm:pt>
    <dgm:pt modelId="{37EB7143-072A-40A6-B06C-8C59766FC541}" type="pres">
      <dgm:prSet presAssocID="{BAFAFAF0-09B4-48CC-BA32-5BA26DCF8D5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91429D5-8958-4B21-A4EB-04EC747C394C}" type="pres">
      <dgm:prSet presAssocID="{5FE556DA-0D75-4E52-85BF-9E3212FC808B}" presName="bottomLine" presStyleLbl="alignNode1" presStyleIdx="3" presStyleCnt="8">
        <dgm:presLayoutVars/>
      </dgm:prSet>
      <dgm:spPr/>
    </dgm:pt>
    <dgm:pt modelId="{75ADAD57-C07A-4559-AFE2-814351EFF0AD}" type="pres">
      <dgm:prSet presAssocID="{5FE556DA-0D75-4E52-85BF-9E3212FC808B}" presName="nodeText" presStyleLbl="bgAccFollowNode1" presStyleIdx="1" presStyleCnt="4">
        <dgm:presLayoutVars>
          <dgm:bulletEnabled val="1"/>
        </dgm:presLayoutVars>
      </dgm:prSet>
      <dgm:spPr/>
    </dgm:pt>
    <dgm:pt modelId="{52C54858-7B9F-4041-8D83-FB739E53C6D8}" type="pres">
      <dgm:prSet presAssocID="{BAFAFAF0-09B4-48CC-BA32-5BA26DCF8D51}" presName="sibTrans" presStyleCnt="0"/>
      <dgm:spPr/>
    </dgm:pt>
    <dgm:pt modelId="{C870F359-9F48-4A49-A6A7-B612641D480D}" type="pres">
      <dgm:prSet presAssocID="{F1409533-E71D-40D9-8D94-C84B9C282502}" presName="compositeNode" presStyleCnt="0">
        <dgm:presLayoutVars>
          <dgm:bulletEnabled val="1"/>
        </dgm:presLayoutVars>
      </dgm:prSet>
      <dgm:spPr/>
    </dgm:pt>
    <dgm:pt modelId="{C99FCFC4-CF3F-42B6-93D7-076B5C407A89}" type="pres">
      <dgm:prSet presAssocID="{F1409533-E71D-40D9-8D94-C84B9C282502}" presName="bgRect" presStyleLbl="bgAccFollowNode1" presStyleIdx="2" presStyleCnt="4"/>
      <dgm:spPr/>
    </dgm:pt>
    <dgm:pt modelId="{8A0D97C9-72EA-41D0-ABE4-1262D2F1A80E}" type="pres">
      <dgm:prSet presAssocID="{C2AE2932-AFB6-4A33-8A0A-69E18F7EEAA3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6F81146-35A9-45F7-BE10-EFDE595434F8}" type="pres">
      <dgm:prSet presAssocID="{F1409533-E71D-40D9-8D94-C84B9C282502}" presName="bottomLine" presStyleLbl="alignNode1" presStyleIdx="5" presStyleCnt="8">
        <dgm:presLayoutVars/>
      </dgm:prSet>
      <dgm:spPr/>
    </dgm:pt>
    <dgm:pt modelId="{5DC109C6-4106-4740-9A93-4839C77D052C}" type="pres">
      <dgm:prSet presAssocID="{F1409533-E71D-40D9-8D94-C84B9C282502}" presName="nodeText" presStyleLbl="bgAccFollowNode1" presStyleIdx="2" presStyleCnt="4">
        <dgm:presLayoutVars>
          <dgm:bulletEnabled val="1"/>
        </dgm:presLayoutVars>
      </dgm:prSet>
      <dgm:spPr/>
    </dgm:pt>
    <dgm:pt modelId="{07950DD1-D907-462A-9371-5EFC8C0D4217}" type="pres">
      <dgm:prSet presAssocID="{C2AE2932-AFB6-4A33-8A0A-69E18F7EEAA3}" presName="sibTrans" presStyleCnt="0"/>
      <dgm:spPr/>
    </dgm:pt>
    <dgm:pt modelId="{0E471047-8627-426D-AE1A-B05E8D45FA9C}" type="pres">
      <dgm:prSet presAssocID="{795EA3CA-05A0-45DD-842B-24437A0E4212}" presName="compositeNode" presStyleCnt="0">
        <dgm:presLayoutVars>
          <dgm:bulletEnabled val="1"/>
        </dgm:presLayoutVars>
      </dgm:prSet>
      <dgm:spPr/>
    </dgm:pt>
    <dgm:pt modelId="{18E4D542-F372-4F5C-991B-2A975F0BE96C}" type="pres">
      <dgm:prSet presAssocID="{795EA3CA-05A0-45DD-842B-24437A0E4212}" presName="bgRect" presStyleLbl="bgAccFollowNode1" presStyleIdx="3" presStyleCnt="4"/>
      <dgm:spPr/>
    </dgm:pt>
    <dgm:pt modelId="{1F79169E-F549-4BE4-916B-0B2FA9C6056C}" type="pres">
      <dgm:prSet presAssocID="{A9C301B3-BD78-4A30-9AAA-71AC5143CB2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56AE9E9-59C8-4307-9C5A-4E0CDCA78384}" type="pres">
      <dgm:prSet presAssocID="{795EA3CA-05A0-45DD-842B-24437A0E4212}" presName="bottomLine" presStyleLbl="alignNode1" presStyleIdx="7" presStyleCnt="8">
        <dgm:presLayoutVars/>
      </dgm:prSet>
      <dgm:spPr/>
    </dgm:pt>
    <dgm:pt modelId="{E14D021B-5177-40EF-9375-BBC5F11BB265}" type="pres">
      <dgm:prSet presAssocID="{795EA3CA-05A0-45DD-842B-24437A0E421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5BEE91A-E278-4809-8212-A21A984B7EED}" type="presOf" srcId="{C0ED2D60-3AC0-45A2-BA4A-EF8487EA0B0E}" destId="{357C4C55-558C-42A6-AC4A-B90E8DDC6C25}" srcOrd="0" destOrd="0" presId="urn:microsoft.com/office/officeart/2016/7/layout/BasicLinearProcessNumbered"/>
    <dgm:cxn modelId="{B2CF0832-57C3-4EAA-A3EC-B017872AA18F}" type="presOf" srcId="{A9C301B3-BD78-4A30-9AAA-71AC5143CB2C}" destId="{1F79169E-F549-4BE4-916B-0B2FA9C6056C}" srcOrd="0" destOrd="0" presId="urn:microsoft.com/office/officeart/2016/7/layout/BasicLinearProcessNumbered"/>
    <dgm:cxn modelId="{05CD2E34-7207-4A0F-8535-F3FE4A07AF4B}" srcId="{D454E8B3-0C0B-49AB-B1A2-D2A16ABA9343}" destId="{F1409533-E71D-40D9-8D94-C84B9C282502}" srcOrd="2" destOrd="0" parTransId="{BA84EB80-2FD9-4A05-B765-5587FE1A1382}" sibTransId="{C2AE2932-AFB6-4A33-8A0A-69E18F7EEAA3}"/>
    <dgm:cxn modelId="{883F2D35-DCFE-4B22-B004-424EABA1A121}" type="presOf" srcId="{C0ED2D60-3AC0-45A2-BA4A-EF8487EA0B0E}" destId="{FCE64320-2EF1-41D8-BCA0-EB97A6FA21E0}" srcOrd="1" destOrd="0" presId="urn:microsoft.com/office/officeart/2016/7/layout/BasicLinearProcessNumbered"/>
    <dgm:cxn modelId="{4DE57340-7CFE-4ECB-864C-5A6667DE1CB5}" type="presOf" srcId="{C2AE2932-AFB6-4A33-8A0A-69E18F7EEAA3}" destId="{8A0D97C9-72EA-41D0-ABE4-1262D2F1A80E}" srcOrd="0" destOrd="0" presId="urn:microsoft.com/office/officeart/2016/7/layout/BasicLinearProcessNumbered"/>
    <dgm:cxn modelId="{AD9F2061-3FBE-4822-A066-DF37CB80E0A3}" type="presOf" srcId="{BAFAFAF0-09B4-48CC-BA32-5BA26DCF8D51}" destId="{37EB7143-072A-40A6-B06C-8C59766FC541}" srcOrd="0" destOrd="0" presId="urn:microsoft.com/office/officeart/2016/7/layout/BasicLinearProcessNumbered"/>
    <dgm:cxn modelId="{B685194D-86F3-47F5-9C6E-0CCD8B485EDA}" srcId="{D454E8B3-0C0B-49AB-B1A2-D2A16ABA9343}" destId="{795EA3CA-05A0-45DD-842B-24437A0E4212}" srcOrd="3" destOrd="0" parTransId="{F53AF05F-3CE5-4EA8-9A66-DAC36E03CE28}" sibTransId="{A9C301B3-BD78-4A30-9AAA-71AC5143CB2C}"/>
    <dgm:cxn modelId="{8C7F074F-7344-45E1-9EFE-F0D9915BF1F8}" type="presOf" srcId="{F1409533-E71D-40D9-8D94-C84B9C282502}" destId="{5DC109C6-4106-4740-9A93-4839C77D052C}" srcOrd="1" destOrd="0" presId="urn:microsoft.com/office/officeart/2016/7/layout/BasicLinearProcessNumbered"/>
    <dgm:cxn modelId="{E2CAA74F-1B9C-4861-B86E-2EC5C2477526}" type="presOf" srcId="{F1409533-E71D-40D9-8D94-C84B9C282502}" destId="{C99FCFC4-CF3F-42B6-93D7-076B5C407A89}" srcOrd="0" destOrd="0" presId="urn:microsoft.com/office/officeart/2016/7/layout/BasicLinearProcessNumbered"/>
    <dgm:cxn modelId="{645DDB73-6587-4AA0-AB78-D914BD98B110}" type="presOf" srcId="{795EA3CA-05A0-45DD-842B-24437A0E4212}" destId="{18E4D542-F372-4F5C-991B-2A975F0BE96C}" srcOrd="0" destOrd="0" presId="urn:microsoft.com/office/officeart/2016/7/layout/BasicLinearProcessNumbered"/>
    <dgm:cxn modelId="{6F653C85-B23A-4D3D-8102-7CCEB790C47D}" type="presOf" srcId="{795EA3CA-05A0-45DD-842B-24437A0E4212}" destId="{E14D021B-5177-40EF-9375-BBC5F11BB265}" srcOrd="1" destOrd="0" presId="urn:microsoft.com/office/officeart/2016/7/layout/BasicLinearProcessNumbered"/>
    <dgm:cxn modelId="{E7980CB1-A320-4DC1-ACE5-FC3AFF3C3E7F}" type="presOf" srcId="{D454E8B3-0C0B-49AB-B1A2-D2A16ABA9343}" destId="{D41FAA5F-EACC-4B70-9A83-FF5B8E1CA036}" srcOrd="0" destOrd="0" presId="urn:microsoft.com/office/officeart/2016/7/layout/BasicLinearProcessNumbered"/>
    <dgm:cxn modelId="{FD3FB1C5-F5B5-493D-B974-2BC822E5CF3E}" type="presOf" srcId="{5FE556DA-0D75-4E52-85BF-9E3212FC808B}" destId="{FE7B7A65-57BE-4DEF-B260-CC398F81209F}" srcOrd="0" destOrd="0" presId="urn:microsoft.com/office/officeart/2016/7/layout/BasicLinearProcessNumbered"/>
    <dgm:cxn modelId="{12A9A8CE-A919-4218-BB2E-BA7E5C484FBE}" type="presOf" srcId="{0F55BA2A-6157-40A0-AECD-7EFFAA8D2B6C}" destId="{5C246F7F-1F22-4D3A-ABA3-535A678F72B6}" srcOrd="0" destOrd="0" presId="urn:microsoft.com/office/officeart/2016/7/layout/BasicLinearProcessNumbered"/>
    <dgm:cxn modelId="{EE31FACF-76DD-49F6-901F-4738D8A4C612}" type="presOf" srcId="{5FE556DA-0D75-4E52-85BF-9E3212FC808B}" destId="{75ADAD57-C07A-4559-AFE2-814351EFF0AD}" srcOrd="1" destOrd="0" presId="urn:microsoft.com/office/officeart/2016/7/layout/BasicLinearProcessNumbered"/>
    <dgm:cxn modelId="{FE81BCE3-0EEB-4A4F-B158-67EA34B72DB6}" srcId="{D454E8B3-0C0B-49AB-B1A2-D2A16ABA9343}" destId="{C0ED2D60-3AC0-45A2-BA4A-EF8487EA0B0E}" srcOrd="0" destOrd="0" parTransId="{6F03F963-19F3-473C-AD8B-322710913461}" sibTransId="{0F55BA2A-6157-40A0-AECD-7EFFAA8D2B6C}"/>
    <dgm:cxn modelId="{E48689ED-1E38-4B08-AC23-871833001827}" srcId="{D454E8B3-0C0B-49AB-B1A2-D2A16ABA9343}" destId="{5FE556DA-0D75-4E52-85BF-9E3212FC808B}" srcOrd="1" destOrd="0" parTransId="{40ADADCD-7C8A-4096-A665-F59DDA3578D6}" sibTransId="{BAFAFAF0-09B4-48CC-BA32-5BA26DCF8D51}"/>
    <dgm:cxn modelId="{2E22F034-878D-4102-AEEA-2AA39B4F3689}" type="presParOf" srcId="{D41FAA5F-EACC-4B70-9A83-FF5B8E1CA036}" destId="{098FB871-AC9E-463E-A3B4-F5FD78A1DF5A}" srcOrd="0" destOrd="0" presId="urn:microsoft.com/office/officeart/2016/7/layout/BasicLinearProcessNumbered"/>
    <dgm:cxn modelId="{7A7ABDC8-7CBC-4E04-99BB-A1BB8C8C939C}" type="presParOf" srcId="{098FB871-AC9E-463E-A3B4-F5FD78A1DF5A}" destId="{357C4C55-558C-42A6-AC4A-B90E8DDC6C25}" srcOrd="0" destOrd="0" presId="urn:microsoft.com/office/officeart/2016/7/layout/BasicLinearProcessNumbered"/>
    <dgm:cxn modelId="{A240EA23-4611-4192-A435-E6EF2E3763A1}" type="presParOf" srcId="{098FB871-AC9E-463E-A3B4-F5FD78A1DF5A}" destId="{5C246F7F-1F22-4D3A-ABA3-535A678F72B6}" srcOrd="1" destOrd="0" presId="urn:microsoft.com/office/officeart/2016/7/layout/BasicLinearProcessNumbered"/>
    <dgm:cxn modelId="{6AEF1A59-F577-4C5A-8E37-F414BFEDA7EB}" type="presParOf" srcId="{098FB871-AC9E-463E-A3B4-F5FD78A1DF5A}" destId="{5F8E534A-A5D6-4E61-A21C-E3F0C66AF73F}" srcOrd="2" destOrd="0" presId="urn:microsoft.com/office/officeart/2016/7/layout/BasicLinearProcessNumbered"/>
    <dgm:cxn modelId="{F914CD51-E400-4157-9BB8-229965634370}" type="presParOf" srcId="{098FB871-AC9E-463E-A3B4-F5FD78A1DF5A}" destId="{FCE64320-2EF1-41D8-BCA0-EB97A6FA21E0}" srcOrd="3" destOrd="0" presId="urn:microsoft.com/office/officeart/2016/7/layout/BasicLinearProcessNumbered"/>
    <dgm:cxn modelId="{5E5D3188-232E-4957-AB99-D0C84F59723D}" type="presParOf" srcId="{D41FAA5F-EACC-4B70-9A83-FF5B8E1CA036}" destId="{9C006B9D-E650-473B-82CA-AF428F6AEA20}" srcOrd="1" destOrd="0" presId="urn:microsoft.com/office/officeart/2016/7/layout/BasicLinearProcessNumbered"/>
    <dgm:cxn modelId="{D7DD3FE1-793D-463E-BC61-E718DC6A87B2}" type="presParOf" srcId="{D41FAA5F-EACC-4B70-9A83-FF5B8E1CA036}" destId="{1AEE9CDC-6F88-449B-94C2-0CBEFB9BF5FD}" srcOrd="2" destOrd="0" presId="urn:microsoft.com/office/officeart/2016/7/layout/BasicLinearProcessNumbered"/>
    <dgm:cxn modelId="{98B44FCE-696E-47AA-9F1A-3DBEE77D7B44}" type="presParOf" srcId="{1AEE9CDC-6F88-449B-94C2-0CBEFB9BF5FD}" destId="{FE7B7A65-57BE-4DEF-B260-CC398F81209F}" srcOrd="0" destOrd="0" presId="urn:microsoft.com/office/officeart/2016/7/layout/BasicLinearProcessNumbered"/>
    <dgm:cxn modelId="{6029CE57-DC45-4B20-8F09-6603FE9DF9B0}" type="presParOf" srcId="{1AEE9CDC-6F88-449B-94C2-0CBEFB9BF5FD}" destId="{37EB7143-072A-40A6-B06C-8C59766FC541}" srcOrd="1" destOrd="0" presId="urn:microsoft.com/office/officeart/2016/7/layout/BasicLinearProcessNumbered"/>
    <dgm:cxn modelId="{B0CA6AA0-2996-430B-A51A-75EEDC38267D}" type="presParOf" srcId="{1AEE9CDC-6F88-449B-94C2-0CBEFB9BF5FD}" destId="{A91429D5-8958-4B21-A4EB-04EC747C394C}" srcOrd="2" destOrd="0" presId="urn:microsoft.com/office/officeart/2016/7/layout/BasicLinearProcessNumbered"/>
    <dgm:cxn modelId="{FE65303E-C46C-4EC8-B3F6-423AD802B465}" type="presParOf" srcId="{1AEE9CDC-6F88-449B-94C2-0CBEFB9BF5FD}" destId="{75ADAD57-C07A-4559-AFE2-814351EFF0AD}" srcOrd="3" destOrd="0" presId="urn:microsoft.com/office/officeart/2016/7/layout/BasicLinearProcessNumbered"/>
    <dgm:cxn modelId="{9C6D4304-5964-40A0-894D-83B5406224FD}" type="presParOf" srcId="{D41FAA5F-EACC-4B70-9A83-FF5B8E1CA036}" destId="{52C54858-7B9F-4041-8D83-FB739E53C6D8}" srcOrd="3" destOrd="0" presId="urn:microsoft.com/office/officeart/2016/7/layout/BasicLinearProcessNumbered"/>
    <dgm:cxn modelId="{D50F9470-C5ED-4CC0-B22D-D88513E3A294}" type="presParOf" srcId="{D41FAA5F-EACC-4B70-9A83-FF5B8E1CA036}" destId="{C870F359-9F48-4A49-A6A7-B612641D480D}" srcOrd="4" destOrd="0" presId="urn:microsoft.com/office/officeart/2016/7/layout/BasicLinearProcessNumbered"/>
    <dgm:cxn modelId="{CF9EC708-A69C-48C1-BA44-EE3A426F2A78}" type="presParOf" srcId="{C870F359-9F48-4A49-A6A7-B612641D480D}" destId="{C99FCFC4-CF3F-42B6-93D7-076B5C407A89}" srcOrd="0" destOrd="0" presId="urn:microsoft.com/office/officeart/2016/7/layout/BasicLinearProcessNumbered"/>
    <dgm:cxn modelId="{C425E20D-DBB6-47CF-9DC3-B4808C3B4A12}" type="presParOf" srcId="{C870F359-9F48-4A49-A6A7-B612641D480D}" destId="{8A0D97C9-72EA-41D0-ABE4-1262D2F1A80E}" srcOrd="1" destOrd="0" presId="urn:microsoft.com/office/officeart/2016/7/layout/BasicLinearProcessNumbered"/>
    <dgm:cxn modelId="{3F320B1D-7FEF-477E-8800-4A0434358228}" type="presParOf" srcId="{C870F359-9F48-4A49-A6A7-B612641D480D}" destId="{66F81146-35A9-45F7-BE10-EFDE595434F8}" srcOrd="2" destOrd="0" presId="urn:microsoft.com/office/officeart/2016/7/layout/BasicLinearProcessNumbered"/>
    <dgm:cxn modelId="{2A2685D6-CFCD-4F78-B87E-E72C41731DF1}" type="presParOf" srcId="{C870F359-9F48-4A49-A6A7-B612641D480D}" destId="{5DC109C6-4106-4740-9A93-4839C77D052C}" srcOrd="3" destOrd="0" presId="urn:microsoft.com/office/officeart/2016/7/layout/BasicLinearProcessNumbered"/>
    <dgm:cxn modelId="{93DC462E-7C8B-49FB-BCDC-B2F079F62D90}" type="presParOf" srcId="{D41FAA5F-EACC-4B70-9A83-FF5B8E1CA036}" destId="{07950DD1-D907-462A-9371-5EFC8C0D4217}" srcOrd="5" destOrd="0" presId="urn:microsoft.com/office/officeart/2016/7/layout/BasicLinearProcessNumbered"/>
    <dgm:cxn modelId="{8F83BD8C-DF20-411C-8B03-D348238765B2}" type="presParOf" srcId="{D41FAA5F-EACC-4B70-9A83-FF5B8E1CA036}" destId="{0E471047-8627-426D-AE1A-B05E8D45FA9C}" srcOrd="6" destOrd="0" presId="urn:microsoft.com/office/officeart/2016/7/layout/BasicLinearProcessNumbered"/>
    <dgm:cxn modelId="{4E139037-F37E-402C-8B40-D9429120D426}" type="presParOf" srcId="{0E471047-8627-426D-AE1A-B05E8D45FA9C}" destId="{18E4D542-F372-4F5C-991B-2A975F0BE96C}" srcOrd="0" destOrd="0" presId="urn:microsoft.com/office/officeart/2016/7/layout/BasicLinearProcessNumbered"/>
    <dgm:cxn modelId="{D4335557-0703-4B59-A207-D4E55D06C84D}" type="presParOf" srcId="{0E471047-8627-426D-AE1A-B05E8D45FA9C}" destId="{1F79169E-F549-4BE4-916B-0B2FA9C6056C}" srcOrd="1" destOrd="0" presId="urn:microsoft.com/office/officeart/2016/7/layout/BasicLinearProcessNumbered"/>
    <dgm:cxn modelId="{5D81DC03-52BA-4989-A516-6E8C2ECDC133}" type="presParOf" srcId="{0E471047-8627-426D-AE1A-B05E8D45FA9C}" destId="{556AE9E9-59C8-4307-9C5A-4E0CDCA78384}" srcOrd="2" destOrd="0" presId="urn:microsoft.com/office/officeart/2016/7/layout/BasicLinearProcessNumbered"/>
    <dgm:cxn modelId="{51F9F2A5-2995-400B-8BD2-B4ADA090055E}" type="presParOf" srcId="{0E471047-8627-426D-AE1A-B05E8D45FA9C}" destId="{E14D021B-5177-40EF-9375-BBC5F11BB26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E82FB-41FF-41A4-B9BE-DBC593153AF5}">
      <dsp:nvSpPr>
        <dsp:cNvPr id="0" name=""/>
        <dsp:cNvSpPr/>
      </dsp:nvSpPr>
      <dsp:spPr>
        <a:xfrm>
          <a:off x="0" y="1897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E2ED4-B575-4C11-9976-FEE69BE9CE50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6CDC4-0341-44EF-9C65-1E1C2DDB0781}">
      <dsp:nvSpPr>
        <dsp:cNvPr id="0" name=""/>
        <dsp:cNvSpPr/>
      </dsp:nvSpPr>
      <dsp:spPr>
        <a:xfrm>
          <a:off x="1110795" y="1897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UrbanStyle.ltd värbab uusi analüütikuid</a:t>
          </a:r>
        </a:p>
      </dsp:txBody>
      <dsp:txXfrm>
        <a:off x="1110795" y="1897"/>
        <a:ext cx="5385254" cy="961727"/>
      </dsp:txXfrm>
    </dsp:sp>
    <dsp:sp modelId="{210DD1AF-9949-4AD5-9DE5-13369887C460}">
      <dsp:nvSpPr>
        <dsp:cNvPr id="0" name=""/>
        <dsp:cNvSpPr/>
      </dsp:nvSpPr>
      <dsp:spPr>
        <a:xfrm>
          <a:off x="0" y="1204056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8ABAF7-F40E-4F35-930B-A5FA18F43AB4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E7BA-B686-4FC5-B2A7-BA9B45A62431}">
      <dsp:nvSpPr>
        <dsp:cNvPr id="0" name=""/>
        <dsp:cNvSpPr/>
      </dsp:nvSpPr>
      <dsp:spPr>
        <a:xfrm>
          <a:off x="1110795" y="1204056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Meie</a:t>
          </a:r>
          <a:r>
            <a:rPr lang="en-US" sz="2100" kern="1200" dirty="0"/>
            <a:t> </a:t>
          </a:r>
          <a:r>
            <a:rPr lang="en-US" sz="2100" kern="1200" dirty="0" err="1"/>
            <a:t>fookus</a:t>
          </a:r>
          <a:r>
            <a:rPr lang="en-US" sz="2100" kern="1200" dirty="0"/>
            <a:t> on BI </a:t>
          </a:r>
          <a:r>
            <a:rPr lang="en-US" sz="2100" kern="1200" dirty="0" err="1"/>
            <a:t>Analüütiku</a:t>
          </a:r>
          <a:r>
            <a:rPr lang="en-US" sz="2100" kern="1200" dirty="0"/>
            <a:t> </a:t>
          </a:r>
          <a:r>
            <a:rPr lang="en-US" sz="2100" kern="1200" dirty="0" err="1"/>
            <a:t>rollil</a:t>
          </a:r>
          <a:endParaRPr lang="en-US" sz="2100" kern="1200" dirty="0"/>
        </a:p>
      </dsp:txBody>
      <dsp:txXfrm>
        <a:off x="1110795" y="1204056"/>
        <a:ext cx="5385254" cy="961727"/>
      </dsp:txXfrm>
    </dsp:sp>
    <dsp:sp modelId="{5378E246-7611-4481-9EC5-A274329E7213}">
      <dsp:nvSpPr>
        <dsp:cNvPr id="0" name=""/>
        <dsp:cNvSpPr/>
      </dsp:nvSpPr>
      <dsp:spPr>
        <a:xfrm>
          <a:off x="0" y="240621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AB7DE-B6FE-4AAE-A92F-2C2DF41AD7E9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5FFD4-5D3F-4B3F-A56E-F72F9CAB8C62}">
      <dsp:nvSpPr>
        <dsp:cNvPr id="0" name=""/>
        <dsp:cNvSpPr/>
      </dsp:nvSpPr>
      <dsp:spPr>
        <a:xfrm>
          <a:off x="1110795" y="240621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BI </a:t>
          </a:r>
          <a:r>
            <a:rPr lang="en-US" sz="2100" kern="1200" dirty="0" err="1"/>
            <a:t>Analüütik</a:t>
          </a:r>
          <a:r>
            <a:rPr lang="en-US" sz="2100" kern="1200" dirty="0"/>
            <a:t> </a:t>
          </a:r>
          <a:r>
            <a:rPr lang="en-US" sz="2100" kern="1200" dirty="0" err="1"/>
            <a:t>muudab</a:t>
          </a:r>
          <a:r>
            <a:rPr lang="en-US" sz="2100" kern="1200" dirty="0"/>
            <a:t> </a:t>
          </a:r>
          <a:r>
            <a:rPr lang="en-US" sz="2100" kern="1200" dirty="0" err="1"/>
            <a:t>andmed</a:t>
          </a:r>
          <a:r>
            <a:rPr lang="en-US" sz="2100" kern="1200" dirty="0"/>
            <a:t> </a:t>
          </a:r>
          <a:r>
            <a:rPr lang="en-US" sz="2100" kern="1200" dirty="0" err="1"/>
            <a:t>juhtimisinfoks</a:t>
          </a:r>
          <a:endParaRPr lang="en-US" sz="2100" kern="1200" dirty="0"/>
        </a:p>
      </dsp:txBody>
      <dsp:txXfrm>
        <a:off x="1110795" y="2406215"/>
        <a:ext cx="5385254" cy="961727"/>
      </dsp:txXfrm>
    </dsp:sp>
    <dsp:sp modelId="{A11010C6-6C03-451C-9DC8-017A695088B6}">
      <dsp:nvSpPr>
        <dsp:cNvPr id="0" name=""/>
        <dsp:cNvSpPr/>
      </dsp:nvSpPr>
      <dsp:spPr>
        <a:xfrm>
          <a:off x="0" y="360837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8B26E-D12D-4505-B925-99308364925B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FA137-EF09-4112-B400-F62008C090A1}">
      <dsp:nvSpPr>
        <dsp:cNvPr id="0" name=""/>
        <dsp:cNvSpPr/>
      </dsp:nvSpPr>
      <dsp:spPr>
        <a:xfrm>
          <a:off x="1110795" y="360837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Eesmärk on leida kandidaat, kes loob kasutatavaid dashboarde ja raporteid</a:t>
          </a:r>
        </a:p>
      </dsp:txBody>
      <dsp:txXfrm>
        <a:off x="1110795" y="3608375"/>
        <a:ext cx="5385254" cy="96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20370-A20C-413C-9BEF-3AEE90CA1460}">
      <dsp:nvSpPr>
        <dsp:cNvPr id="0" name=""/>
        <dsp:cNvSpPr/>
      </dsp:nvSpPr>
      <dsp:spPr>
        <a:xfrm>
          <a:off x="0" y="558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09FA49-6244-4E87-BDD5-62D7C77DF854}">
      <dsp:nvSpPr>
        <dsp:cNvPr id="0" name=""/>
        <dsp:cNvSpPr/>
      </dsp:nvSpPr>
      <dsp:spPr>
        <a:xfrm>
          <a:off x="0" y="55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Tunneb</a:t>
          </a:r>
          <a:r>
            <a:rPr lang="en-US" sz="2500" kern="1200" dirty="0"/>
            <a:t> BI </a:t>
          </a:r>
          <a:r>
            <a:rPr lang="en-US" sz="2500" kern="1200" dirty="0" err="1"/>
            <a:t>tööriistu</a:t>
          </a:r>
          <a:r>
            <a:rPr lang="en-US" sz="2500" kern="1200" dirty="0"/>
            <a:t> ja SQL-</a:t>
          </a:r>
          <a:r>
            <a:rPr lang="en-US" sz="2500" kern="1200" dirty="0" err="1"/>
            <a:t>i</a:t>
          </a:r>
          <a:endParaRPr lang="en-US" sz="2500" kern="1200" dirty="0"/>
        </a:p>
      </dsp:txBody>
      <dsp:txXfrm>
        <a:off x="0" y="558"/>
        <a:ext cx="6496050" cy="914176"/>
      </dsp:txXfrm>
    </dsp:sp>
    <dsp:sp modelId="{DC9AAE0B-6F14-4C88-BB6F-257A8D5C3834}">
      <dsp:nvSpPr>
        <dsp:cNvPr id="0" name=""/>
        <dsp:cNvSpPr/>
      </dsp:nvSpPr>
      <dsp:spPr>
        <a:xfrm>
          <a:off x="0" y="914734"/>
          <a:ext cx="6496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1EFD89-EDEA-47BD-B4BA-C9C49814B803}">
      <dsp:nvSpPr>
        <dsp:cNvPr id="0" name=""/>
        <dsp:cNvSpPr/>
      </dsp:nvSpPr>
      <dsp:spPr>
        <a:xfrm>
          <a:off x="0" y="914734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Mõistab</a:t>
          </a:r>
          <a:r>
            <a:rPr lang="en-US" sz="2500" kern="1200" dirty="0"/>
            <a:t> KPI-de </a:t>
          </a:r>
          <a:r>
            <a:rPr lang="en-US" sz="2500" kern="1200" dirty="0" err="1"/>
            <a:t>ärilist</a:t>
          </a:r>
          <a:r>
            <a:rPr lang="en-US" sz="2500" kern="1200" dirty="0"/>
            <a:t> </a:t>
          </a:r>
          <a:r>
            <a:rPr lang="en-US" sz="2500" kern="1200" dirty="0" err="1"/>
            <a:t>tähendust</a:t>
          </a:r>
          <a:endParaRPr lang="en-US" sz="2500" kern="1200" dirty="0"/>
        </a:p>
      </dsp:txBody>
      <dsp:txXfrm>
        <a:off x="0" y="914734"/>
        <a:ext cx="6496050" cy="914176"/>
      </dsp:txXfrm>
    </dsp:sp>
    <dsp:sp modelId="{296CA164-1D14-49F4-A9C9-3EB5BDCC51A9}">
      <dsp:nvSpPr>
        <dsp:cNvPr id="0" name=""/>
        <dsp:cNvSpPr/>
      </dsp:nvSpPr>
      <dsp:spPr>
        <a:xfrm>
          <a:off x="0" y="1828911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94874E-711D-4D01-B886-FDE5BDB0F2FA}">
      <dsp:nvSpPr>
        <dsp:cNvPr id="0" name=""/>
        <dsp:cNvSpPr/>
      </dsp:nvSpPr>
      <dsp:spPr>
        <a:xfrm>
          <a:off x="0" y="1828911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Loob </a:t>
          </a:r>
          <a:r>
            <a:rPr lang="en-US" sz="2500" kern="1200" dirty="0" err="1"/>
            <a:t>dashboarde</a:t>
          </a:r>
          <a:r>
            <a:rPr lang="en-US" sz="2500" kern="1200" dirty="0"/>
            <a:t> </a:t>
          </a:r>
          <a:r>
            <a:rPr lang="en-US" sz="2500" kern="1200" dirty="0" err="1"/>
            <a:t>konkreetsele</a:t>
          </a:r>
          <a:r>
            <a:rPr lang="en-US" sz="2500" kern="1200" dirty="0"/>
            <a:t> </a:t>
          </a:r>
          <a:r>
            <a:rPr lang="en-US" sz="2500" kern="1200" dirty="0" err="1"/>
            <a:t>kasutajale</a:t>
          </a:r>
          <a:endParaRPr lang="en-US" sz="2500" kern="1200" dirty="0"/>
        </a:p>
      </dsp:txBody>
      <dsp:txXfrm>
        <a:off x="0" y="1828911"/>
        <a:ext cx="6496050" cy="914176"/>
      </dsp:txXfrm>
    </dsp:sp>
    <dsp:sp modelId="{46A3FF9D-6F06-459D-A105-D7614CB1C7A1}">
      <dsp:nvSpPr>
        <dsp:cNvPr id="0" name=""/>
        <dsp:cNvSpPr/>
      </dsp:nvSpPr>
      <dsp:spPr>
        <a:xfrm>
          <a:off x="0" y="2743088"/>
          <a:ext cx="6496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14F20C-AB1C-486B-BA52-28E9171A5929}">
      <dsp:nvSpPr>
        <dsp:cNvPr id="0" name=""/>
        <dsp:cNvSpPr/>
      </dsp:nvSpPr>
      <dsp:spPr>
        <a:xfrm>
          <a:off x="0" y="274308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Kontrollib</a:t>
          </a:r>
          <a:r>
            <a:rPr lang="en-US" sz="2500" kern="1200" dirty="0"/>
            <a:t> </a:t>
          </a:r>
          <a:r>
            <a:rPr lang="en-US" sz="2500" kern="1200" dirty="0" err="1"/>
            <a:t>andmete</a:t>
          </a:r>
          <a:r>
            <a:rPr lang="en-US" sz="2500" kern="1200" dirty="0"/>
            <a:t> </a:t>
          </a:r>
          <a:r>
            <a:rPr lang="en-US" sz="2500" kern="1200" dirty="0" err="1"/>
            <a:t>kvaliteeti</a:t>
          </a:r>
          <a:endParaRPr lang="en-US" sz="2500" kern="1200" dirty="0"/>
        </a:p>
      </dsp:txBody>
      <dsp:txXfrm>
        <a:off x="0" y="2743088"/>
        <a:ext cx="6496050" cy="914176"/>
      </dsp:txXfrm>
    </dsp:sp>
    <dsp:sp modelId="{54C0509E-3AA3-45A6-A7D1-D679E7C967AF}">
      <dsp:nvSpPr>
        <dsp:cNvPr id="0" name=""/>
        <dsp:cNvSpPr/>
      </dsp:nvSpPr>
      <dsp:spPr>
        <a:xfrm>
          <a:off x="0" y="3657265"/>
          <a:ext cx="649605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37335A-7FAC-4314-93CD-4740E1DE966C}">
      <dsp:nvSpPr>
        <dsp:cNvPr id="0" name=""/>
        <dsp:cNvSpPr/>
      </dsp:nvSpPr>
      <dsp:spPr>
        <a:xfrm>
          <a:off x="0" y="3657265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Selgitab tulemusi lihtsas keeles</a:t>
          </a:r>
          <a:endParaRPr lang="en-US" sz="2500" kern="1200" dirty="0"/>
        </a:p>
      </dsp:txBody>
      <dsp:txXfrm>
        <a:off x="0" y="3657265"/>
        <a:ext cx="6496050" cy="9141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20370-A20C-413C-9BEF-3AEE90CA1460}">
      <dsp:nvSpPr>
        <dsp:cNvPr id="0" name=""/>
        <dsp:cNvSpPr/>
      </dsp:nvSpPr>
      <dsp:spPr>
        <a:xfrm>
          <a:off x="0" y="0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09FA49-6244-4E87-BDD5-62D7C77DF854}">
      <dsp:nvSpPr>
        <dsp:cNvPr id="0" name=""/>
        <dsp:cNvSpPr/>
      </dsp:nvSpPr>
      <dsp:spPr>
        <a:xfrm>
          <a:off x="0" y="0"/>
          <a:ext cx="649605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CV ja LinkedIn: tööriistad, projektid, kogemus</a:t>
          </a:r>
        </a:p>
      </dsp:txBody>
      <dsp:txXfrm>
        <a:off x="0" y="0"/>
        <a:ext cx="6496050" cy="1143000"/>
      </dsp:txXfrm>
    </dsp:sp>
    <dsp:sp modelId="{DC9AAE0B-6F14-4C88-BB6F-257A8D5C3834}">
      <dsp:nvSpPr>
        <dsp:cNvPr id="0" name=""/>
        <dsp:cNvSpPr/>
      </dsp:nvSpPr>
      <dsp:spPr>
        <a:xfrm>
          <a:off x="0" y="1143000"/>
          <a:ext cx="6496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1EFD89-EDEA-47BD-B4BA-C9C49814B803}">
      <dsp:nvSpPr>
        <dsp:cNvPr id="0" name=""/>
        <dsp:cNvSpPr/>
      </dsp:nvSpPr>
      <dsp:spPr>
        <a:xfrm>
          <a:off x="0" y="1143000"/>
          <a:ext cx="649605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Portfoolio: dashboardi eesmärk ja kasutatavus</a:t>
          </a:r>
        </a:p>
      </dsp:txBody>
      <dsp:txXfrm>
        <a:off x="0" y="1143000"/>
        <a:ext cx="6496050" cy="1143000"/>
      </dsp:txXfrm>
    </dsp:sp>
    <dsp:sp modelId="{296CA164-1D14-49F4-A9C9-3EB5BDCC51A9}">
      <dsp:nvSpPr>
        <dsp:cNvPr id="0" name=""/>
        <dsp:cNvSpPr/>
      </dsp:nvSpPr>
      <dsp:spPr>
        <a:xfrm>
          <a:off x="0" y="2286000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94874E-711D-4D01-B886-FDE5BDB0F2FA}">
      <dsp:nvSpPr>
        <dsp:cNvPr id="0" name=""/>
        <dsp:cNvSpPr/>
      </dsp:nvSpPr>
      <dsp:spPr>
        <a:xfrm>
          <a:off x="0" y="2286000"/>
          <a:ext cx="649605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Intervjuu: praktiline ülesanne</a:t>
          </a:r>
        </a:p>
      </dsp:txBody>
      <dsp:txXfrm>
        <a:off x="0" y="2286000"/>
        <a:ext cx="6496050" cy="1143000"/>
      </dsp:txXfrm>
    </dsp:sp>
    <dsp:sp modelId="{46A3FF9D-6F06-459D-A105-D7614CB1C7A1}">
      <dsp:nvSpPr>
        <dsp:cNvPr id="0" name=""/>
        <dsp:cNvSpPr/>
      </dsp:nvSpPr>
      <dsp:spPr>
        <a:xfrm>
          <a:off x="0" y="3429000"/>
          <a:ext cx="6496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14F20C-AB1C-486B-BA52-28E9171A5929}">
      <dsp:nvSpPr>
        <dsp:cNvPr id="0" name=""/>
        <dsp:cNvSpPr/>
      </dsp:nvSpPr>
      <dsp:spPr>
        <a:xfrm>
          <a:off x="0" y="3429000"/>
          <a:ext cx="649605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Hindamisel vaadata nii tehnilist kui ka ärilist poolt</a:t>
          </a:r>
        </a:p>
      </dsp:txBody>
      <dsp:txXfrm>
        <a:off x="0" y="3429000"/>
        <a:ext cx="6496050" cy="1143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7CB7E-383B-4BE1-A497-4D00D2FFBDD6}">
      <dsp:nvSpPr>
        <dsp:cNvPr id="0" name=""/>
        <dsp:cNvSpPr/>
      </dsp:nvSpPr>
      <dsp:spPr>
        <a:xfrm>
          <a:off x="0" y="94904"/>
          <a:ext cx="6496050" cy="9149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Küsimus: “Millised 5 KPI-d paneksid UrbanStyle’i müügidashboardile ja miks?”</a:t>
          </a:r>
        </a:p>
      </dsp:txBody>
      <dsp:txXfrm>
        <a:off x="44664" y="139568"/>
        <a:ext cx="6406722" cy="825612"/>
      </dsp:txXfrm>
    </dsp:sp>
    <dsp:sp modelId="{81B6B011-C0C9-4590-9C7D-7065D2FFE846}">
      <dsp:nvSpPr>
        <dsp:cNvPr id="0" name=""/>
        <dsp:cNvSpPr/>
      </dsp:nvSpPr>
      <dsp:spPr>
        <a:xfrm>
          <a:off x="0" y="1076085"/>
          <a:ext cx="6496050" cy="914940"/>
        </a:xfrm>
        <a:prstGeom prst="roundRect">
          <a:avLst/>
        </a:prstGeom>
        <a:gradFill rotWithShape="0">
          <a:gsLst>
            <a:gs pos="0">
              <a:schemeClr val="accent5">
                <a:hueOff val="3118619"/>
                <a:satOff val="-2006"/>
                <a:lumOff val="1372"/>
                <a:alphaOff val="0"/>
                <a:tint val="98000"/>
                <a:lumMod val="114000"/>
              </a:schemeClr>
            </a:gs>
            <a:gs pos="100000">
              <a:schemeClr val="accent5">
                <a:hueOff val="3118619"/>
                <a:satOff val="-2006"/>
                <a:lumOff val="137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Võimalikud KPI-d:</a:t>
          </a:r>
        </a:p>
      </dsp:txBody>
      <dsp:txXfrm>
        <a:off x="44664" y="1120749"/>
        <a:ext cx="6406722" cy="825612"/>
      </dsp:txXfrm>
    </dsp:sp>
    <dsp:sp modelId="{CE2C9462-BB47-4DEC-A0D5-63A8612A6BA9}">
      <dsp:nvSpPr>
        <dsp:cNvPr id="0" name=""/>
        <dsp:cNvSpPr/>
      </dsp:nvSpPr>
      <dsp:spPr>
        <a:xfrm>
          <a:off x="0" y="1991025"/>
          <a:ext cx="6496050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5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müügitulu;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kasum;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tellimuste arv;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keskmine ostukorvi väärtus;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tagastuste määr.</a:t>
          </a:r>
        </a:p>
      </dsp:txBody>
      <dsp:txXfrm>
        <a:off x="0" y="1991025"/>
        <a:ext cx="6496050" cy="1571130"/>
      </dsp:txXfrm>
    </dsp:sp>
    <dsp:sp modelId="{728218B3-E8BE-449D-B516-A4DB94CE9BBF}">
      <dsp:nvSpPr>
        <dsp:cNvPr id="0" name=""/>
        <dsp:cNvSpPr/>
      </dsp:nvSpPr>
      <dsp:spPr>
        <a:xfrm>
          <a:off x="0" y="3562155"/>
          <a:ext cx="6496050" cy="914940"/>
        </a:xfrm>
        <a:prstGeom prst="roundRect">
          <a:avLst/>
        </a:prstGeom>
        <a:gradFill rotWithShape="0">
          <a:gsLst>
            <a:gs pos="0">
              <a:schemeClr val="accent5">
                <a:hueOff val="6237238"/>
                <a:satOff val="-4013"/>
                <a:lumOff val="2744"/>
                <a:alphaOff val="0"/>
                <a:tint val="98000"/>
                <a:lumMod val="114000"/>
              </a:schemeClr>
            </a:gs>
            <a:gs pos="100000">
              <a:schemeClr val="accent5">
                <a:hueOff val="6237238"/>
                <a:satOff val="-4013"/>
                <a:lumOff val="274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Kandidaat peab põhjendama valikuid</a:t>
          </a:r>
        </a:p>
      </dsp:txBody>
      <dsp:txXfrm>
        <a:off x="44664" y="3606819"/>
        <a:ext cx="6406722" cy="825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B5C69-9EFF-4E2D-9C4B-84E08F518261}">
      <dsp:nvSpPr>
        <dsp:cNvPr id="0" name=""/>
        <dsp:cNvSpPr/>
      </dsp:nvSpPr>
      <dsp:spPr>
        <a:xfrm>
          <a:off x="0" y="558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732B87-42E7-4C9C-BB1D-808A53CC387C}">
      <dsp:nvSpPr>
        <dsp:cNvPr id="0" name=""/>
        <dsp:cNvSpPr/>
      </dsp:nvSpPr>
      <dsp:spPr>
        <a:xfrm>
          <a:off x="0" y="55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Kas dashboardil on selge sihtrühm?</a:t>
          </a:r>
        </a:p>
      </dsp:txBody>
      <dsp:txXfrm>
        <a:off x="0" y="558"/>
        <a:ext cx="6496050" cy="914176"/>
      </dsp:txXfrm>
    </dsp:sp>
    <dsp:sp modelId="{3AD78BAE-8DCC-429E-8BF4-409F6282C8F1}">
      <dsp:nvSpPr>
        <dsp:cNvPr id="0" name=""/>
        <dsp:cNvSpPr/>
      </dsp:nvSpPr>
      <dsp:spPr>
        <a:xfrm>
          <a:off x="0" y="914734"/>
          <a:ext cx="6496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ED1BF3-DB12-4562-B89E-492548E346CC}">
      <dsp:nvSpPr>
        <dsp:cNvPr id="0" name=""/>
        <dsp:cNvSpPr/>
      </dsp:nvSpPr>
      <dsp:spPr>
        <a:xfrm>
          <a:off x="0" y="914734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Kas mõõdikud on defineeritud?</a:t>
          </a:r>
        </a:p>
      </dsp:txBody>
      <dsp:txXfrm>
        <a:off x="0" y="914734"/>
        <a:ext cx="6496050" cy="914176"/>
      </dsp:txXfrm>
    </dsp:sp>
    <dsp:sp modelId="{8AA38AB4-B773-49D8-8E6B-FA29265C6D95}">
      <dsp:nvSpPr>
        <dsp:cNvPr id="0" name=""/>
        <dsp:cNvSpPr/>
      </dsp:nvSpPr>
      <dsp:spPr>
        <a:xfrm>
          <a:off x="0" y="1828911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BC12FB-E3B8-4AB7-A036-566896ABDB6F}">
      <dsp:nvSpPr>
        <dsp:cNvPr id="0" name=""/>
        <dsp:cNvSpPr/>
      </dsp:nvSpPr>
      <dsp:spPr>
        <a:xfrm>
          <a:off x="0" y="1828911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Kas visualiseeringud on loogilised?</a:t>
          </a:r>
        </a:p>
      </dsp:txBody>
      <dsp:txXfrm>
        <a:off x="0" y="1828911"/>
        <a:ext cx="6496050" cy="914176"/>
      </dsp:txXfrm>
    </dsp:sp>
    <dsp:sp modelId="{E29733DC-CA83-435D-AF5F-931203B04E9E}">
      <dsp:nvSpPr>
        <dsp:cNvPr id="0" name=""/>
        <dsp:cNvSpPr/>
      </dsp:nvSpPr>
      <dsp:spPr>
        <a:xfrm>
          <a:off x="0" y="2743088"/>
          <a:ext cx="6496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AD2B35-49C0-4A72-901C-C5FC559F35C5}">
      <dsp:nvSpPr>
        <dsp:cNvPr id="0" name=""/>
        <dsp:cNvSpPr/>
      </dsp:nvSpPr>
      <dsp:spPr>
        <a:xfrm>
          <a:off x="0" y="274308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Kas raport toetab otsust?</a:t>
          </a:r>
        </a:p>
      </dsp:txBody>
      <dsp:txXfrm>
        <a:off x="0" y="2743088"/>
        <a:ext cx="6496050" cy="914176"/>
      </dsp:txXfrm>
    </dsp:sp>
    <dsp:sp modelId="{54DD123B-EB26-4285-A0D5-471B9F3ED69E}">
      <dsp:nvSpPr>
        <dsp:cNvPr id="0" name=""/>
        <dsp:cNvSpPr/>
      </dsp:nvSpPr>
      <dsp:spPr>
        <a:xfrm>
          <a:off x="0" y="3657265"/>
          <a:ext cx="649605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79CDB2-D8C9-4FA0-951C-130588E191B7}">
      <dsp:nvSpPr>
        <dsp:cNvPr id="0" name=""/>
        <dsp:cNvSpPr/>
      </dsp:nvSpPr>
      <dsp:spPr>
        <a:xfrm>
          <a:off x="0" y="3657265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Kas andmete õigsust on kontrollitud?</a:t>
          </a:r>
        </a:p>
      </dsp:txBody>
      <dsp:txXfrm>
        <a:off x="0" y="3657265"/>
        <a:ext cx="6496050" cy="9141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0F448-CCC2-422F-AF48-3B5743052398}">
      <dsp:nvSpPr>
        <dsp:cNvPr id="0" name=""/>
        <dsp:cNvSpPr/>
      </dsp:nvSpPr>
      <dsp:spPr>
        <a:xfrm>
          <a:off x="0" y="127761"/>
          <a:ext cx="5614987" cy="407745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Seob</a:t>
          </a:r>
          <a:r>
            <a:rPr lang="en-US" sz="1700" kern="1200" dirty="0"/>
            <a:t> KPI-d </a:t>
          </a:r>
          <a:r>
            <a:rPr lang="en-US" sz="1700" kern="1200" dirty="0" err="1"/>
            <a:t>ärilise</a:t>
          </a:r>
          <a:r>
            <a:rPr lang="en-US" sz="1700" kern="1200" dirty="0"/>
            <a:t> </a:t>
          </a:r>
          <a:r>
            <a:rPr lang="en-US" sz="1700" kern="1200" dirty="0" err="1"/>
            <a:t>otsusega</a:t>
          </a:r>
          <a:endParaRPr lang="en-US" sz="1700" kern="1200" dirty="0"/>
        </a:p>
      </dsp:txBody>
      <dsp:txXfrm>
        <a:off x="19904" y="147665"/>
        <a:ext cx="5575179" cy="367937"/>
      </dsp:txXfrm>
    </dsp:sp>
    <dsp:sp modelId="{ABBA9AAD-B5B9-499E-B2F6-45E909F94BA0}">
      <dsp:nvSpPr>
        <dsp:cNvPr id="0" name=""/>
        <dsp:cNvSpPr/>
      </dsp:nvSpPr>
      <dsp:spPr>
        <a:xfrm>
          <a:off x="0" y="584466"/>
          <a:ext cx="5614987" cy="407745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Mõtleb</a:t>
          </a:r>
          <a:r>
            <a:rPr lang="en-US" sz="1700" kern="1200" dirty="0"/>
            <a:t> </a:t>
          </a:r>
          <a:r>
            <a:rPr lang="en-US" sz="1700" kern="1200" dirty="0" err="1"/>
            <a:t>kasutaja</a:t>
          </a:r>
          <a:r>
            <a:rPr lang="en-US" sz="1700" kern="1200" dirty="0"/>
            <a:t> </a:t>
          </a:r>
          <a:r>
            <a:rPr lang="en-US" sz="1700" kern="1200" dirty="0" err="1"/>
            <a:t>vajadustele</a:t>
          </a:r>
          <a:endParaRPr lang="en-US" sz="1700" kern="1200" dirty="0"/>
        </a:p>
      </dsp:txBody>
      <dsp:txXfrm>
        <a:off x="19904" y="604370"/>
        <a:ext cx="5575179" cy="367937"/>
      </dsp:txXfrm>
    </dsp:sp>
    <dsp:sp modelId="{CDB257D5-0502-4E5F-9D66-D706E56B9B5C}">
      <dsp:nvSpPr>
        <dsp:cNvPr id="0" name=""/>
        <dsp:cNvSpPr/>
      </dsp:nvSpPr>
      <dsp:spPr>
        <a:xfrm>
          <a:off x="0" y="1041171"/>
          <a:ext cx="5614987" cy="407745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Lisab</a:t>
          </a:r>
          <a:r>
            <a:rPr lang="en-US" sz="1700" kern="1200" dirty="0"/>
            <a:t> </a:t>
          </a:r>
          <a:r>
            <a:rPr lang="en-US" sz="1700" kern="1200" dirty="0" err="1"/>
            <a:t>vajalikud</a:t>
          </a:r>
          <a:r>
            <a:rPr lang="en-US" sz="1700" kern="1200" dirty="0"/>
            <a:t> </a:t>
          </a:r>
          <a:r>
            <a:rPr lang="en-US" sz="1700" kern="1200" dirty="0" err="1"/>
            <a:t>filtrid</a:t>
          </a:r>
          <a:endParaRPr lang="en-US" sz="1700" kern="1200" dirty="0"/>
        </a:p>
      </dsp:txBody>
      <dsp:txXfrm>
        <a:off x="19904" y="1061075"/>
        <a:ext cx="5575179" cy="367937"/>
      </dsp:txXfrm>
    </dsp:sp>
    <dsp:sp modelId="{CE2FE9CB-F729-4A06-A1A3-991D90502149}">
      <dsp:nvSpPr>
        <dsp:cNvPr id="0" name=""/>
        <dsp:cNvSpPr/>
      </dsp:nvSpPr>
      <dsp:spPr>
        <a:xfrm>
          <a:off x="0" y="1497876"/>
          <a:ext cx="5614987" cy="407745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Kontrollib</a:t>
          </a:r>
          <a:r>
            <a:rPr lang="en-US" sz="1700" kern="1200" dirty="0"/>
            <a:t> </a:t>
          </a:r>
          <a:r>
            <a:rPr lang="en-US" sz="1700" kern="1200" dirty="0" err="1"/>
            <a:t>andmekvaliteeti</a:t>
          </a:r>
          <a:endParaRPr lang="en-US" sz="1700" kern="1200" dirty="0"/>
        </a:p>
      </dsp:txBody>
      <dsp:txXfrm>
        <a:off x="19904" y="1517780"/>
        <a:ext cx="5575179" cy="367937"/>
      </dsp:txXfrm>
    </dsp:sp>
    <dsp:sp modelId="{58DA0DEC-E109-4C8A-B3D4-F4F6A3FE5083}">
      <dsp:nvSpPr>
        <dsp:cNvPr id="0" name=""/>
        <dsp:cNvSpPr/>
      </dsp:nvSpPr>
      <dsp:spPr>
        <a:xfrm>
          <a:off x="0" y="1954581"/>
          <a:ext cx="5614987" cy="407745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Selgitab</a:t>
          </a:r>
          <a:r>
            <a:rPr lang="en-US" sz="1700" kern="1200" dirty="0"/>
            <a:t> </a:t>
          </a:r>
          <a:r>
            <a:rPr lang="en-US" sz="1700" kern="1200" dirty="0" err="1"/>
            <a:t>lihtsalt</a:t>
          </a:r>
          <a:r>
            <a:rPr lang="en-US" sz="1700" kern="1200" dirty="0"/>
            <a:t> ja </a:t>
          </a:r>
          <a:r>
            <a:rPr lang="en-US" sz="1700" kern="1200" dirty="0" err="1"/>
            <a:t>konkreetselt</a:t>
          </a:r>
          <a:endParaRPr lang="en-US" sz="1700" kern="1200" dirty="0"/>
        </a:p>
      </dsp:txBody>
      <dsp:txXfrm>
        <a:off x="19904" y="1974485"/>
        <a:ext cx="5575179" cy="367937"/>
      </dsp:txXfrm>
    </dsp:sp>
    <dsp:sp modelId="{DF02529F-D5EF-4CB3-A080-14A6E52FB47A}">
      <dsp:nvSpPr>
        <dsp:cNvPr id="0" name=""/>
        <dsp:cNvSpPr/>
      </dsp:nvSpPr>
      <dsp:spPr>
        <a:xfrm>
          <a:off x="0" y="2411286"/>
          <a:ext cx="5614987" cy="407745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Keskendub</a:t>
          </a:r>
          <a:r>
            <a:rPr lang="en-US" sz="1700" kern="1200" dirty="0"/>
            <a:t> </a:t>
          </a:r>
          <a:r>
            <a:rPr lang="en-US" sz="1700" kern="1200" dirty="0" err="1"/>
            <a:t>ainult</a:t>
          </a:r>
          <a:r>
            <a:rPr lang="en-US" sz="1700" kern="1200" dirty="0"/>
            <a:t> </a:t>
          </a:r>
          <a:r>
            <a:rPr lang="en-US" sz="1700" kern="1200" dirty="0" err="1"/>
            <a:t>graafikute</a:t>
          </a:r>
          <a:r>
            <a:rPr lang="en-US" sz="1700" kern="1200" dirty="0"/>
            <a:t> </a:t>
          </a:r>
          <a:r>
            <a:rPr lang="en-US" sz="1700" kern="1200" dirty="0" err="1"/>
            <a:t>välimusele</a:t>
          </a:r>
          <a:endParaRPr lang="en-US" sz="1700" kern="1200" dirty="0"/>
        </a:p>
      </dsp:txBody>
      <dsp:txXfrm>
        <a:off x="19904" y="2431190"/>
        <a:ext cx="5575179" cy="367937"/>
      </dsp:txXfrm>
    </dsp:sp>
    <dsp:sp modelId="{A643B309-C7DF-4605-ABB7-D5C51E856BE0}">
      <dsp:nvSpPr>
        <dsp:cNvPr id="0" name=""/>
        <dsp:cNvSpPr/>
      </dsp:nvSpPr>
      <dsp:spPr>
        <a:xfrm>
          <a:off x="0" y="2867991"/>
          <a:ext cx="5614987" cy="407745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Ei </a:t>
          </a:r>
          <a:r>
            <a:rPr lang="en-US" sz="1700" kern="1200" dirty="0" err="1"/>
            <a:t>põhjenda</a:t>
          </a:r>
          <a:r>
            <a:rPr lang="en-US" sz="1700" kern="1200" dirty="0"/>
            <a:t> KPI-de </a:t>
          </a:r>
          <a:r>
            <a:rPr lang="en-US" sz="1700" kern="1200" dirty="0" err="1"/>
            <a:t>valikut</a:t>
          </a:r>
          <a:endParaRPr lang="en-US" sz="1700" kern="1200" dirty="0"/>
        </a:p>
      </dsp:txBody>
      <dsp:txXfrm>
        <a:off x="19904" y="2887895"/>
        <a:ext cx="5575179" cy="367937"/>
      </dsp:txXfrm>
    </dsp:sp>
    <dsp:sp modelId="{0682360A-C097-4BB6-8705-8425300876DA}">
      <dsp:nvSpPr>
        <dsp:cNvPr id="0" name=""/>
        <dsp:cNvSpPr/>
      </dsp:nvSpPr>
      <dsp:spPr>
        <a:xfrm>
          <a:off x="0" y="3324696"/>
          <a:ext cx="5614987" cy="407745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Ei </a:t>
          </a:r>
          <a:r>
            <a:rPr lang="en-US" sz="1700" kern="1200" dirty="0" err="1"/>
            <a:t>mõtle</a:t>
          </a:r>
          <a:r>
            <a:rPr lang="en-US" sz="1700" kern="1200" dirty="0"/>
            <a:t> </a:t>
          </a:r>
          <a:r>
            <a:rPr lang="en-US" sz="1700" kern="1200" dirty="0" err="1"/>
            <a:t>kasutajale</a:t>
          </a:r>
          <a:endParaRPr lang="en-US" sz="1700" kern="1200" dirty="0"/>
        </a:p>
      </dsp:txBody>
      <dsp:txXfrm>
        <a:off x="19904" y="3344600"/>
        <a:ext cx="5575179" cy="367937"/>
      </dsp:txXfrm>
    </dsp:sp>
    <dsp:sp modelId="{91E8AEB1-87EC-450D-9599-EEEB34236390}">
      <dsp:nvSpPr>
        <dsp:cNvPr id="0" name=""/>
        <dsp:cNvSpPr/>
      </dsp:nvSpPr>
      <dsp:spPr>
        <a:xfrm>
          <a:off x="0" y="3781401"/>
          <a:ext cx="5614987" cy="407745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Ei </a:t>
          </a:r>
          <a:r>
            <a:rPr lang="en-US" sz="1700" kern="1200" dirty="0" err="1"/>
            <a:t>kontrolli</a:t>
          </a:r>
          <a:r>
            <a:rPr lang="en-US" sz="1700" kern="1200" dirty="0"/>
            <a:t> </a:t>
          </a:r>
          <a:r>
            <a:rPr lang="en-US" sz="1700" kern="1200" dirty="0" err="1"/>
            <a:t>andmete</a:t>
          </a:r>
          <a:r>
            <a:rPr lang="en-US" sz="1700" kern="1200" dirty="0"/>
            <a:t> </a:t>
          </a:r>
          <a:r>
            <a:rPr lang="en-US" sz="1700" kern="1200" dirty="0" err="1"/>
            <a:t>usaldusväärsust</a:t>
          </a:r>
          <a:endParaRPr lang="en-US" sz="1700" kern="1200" dirty="0"/>
        </a:p>
      </dsp:txBody>
      <dsp:txXfrm>
        <a:off x="19904" y="3801305"/>
        <a:ext cx="5575179" cy="367937"/>
      </dsp:txXfrm>
    </dsp:sp>
    <dsp:sp modelId="{3F24A797-7B58-407A-B11A-3BC8DF89A21C}">
      <dsp:nvSpPr>
        <dsp:cNvPr id="0" name=""/>
        <dsp:cNvSpPr/>
      </dsp:nvSpPr>
      <dsp:spPr>
        <a:xfrm>
          <a:off x="0" y="4238106"/>
          <a:ext cx="5614987" cy="407745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Ei </a:t>
          </a:r>
          <a:r>
            <a:rPr lang="en-US" sz="1700" kern="1200" dirty="0" err="1"/>
            <a:t>oska</a:t>
          </a:r>
          <a:r>
            <a:rPr lang="en-US" sz="1700" kern="1200" dirty="0"/>
            <a:t> </a:t>
          </a:r>
          <a:r>
            <a:rPr lang="en-US" sz="1700" kern="1200" dirty="0" err="1"/>
            <a:t>öelda</a:t>
          </a:r>
          <a:r>
            <a:rPr lang="en-US" sz="1700" kern="1200" dirty="0"/>
            <a:t>, </a:t>
          </a:r>
          <a:r>
            <a:rPr lang="en-US" sz="1700" kern="1200" dirty="0" err="1"/>
            <a:t>millist</a:t>
          </a:r>
          <a:r>
            <a:rPr lang="en-US" sz="1700" kern="1200" dirty="0"/>
            <a:t> </a:t>
          </a:r>
          <a:r>
            <a:rPr lang="en-US" sz="1700" kern="1200" dirty="0" err="1"/>
            <a:t>otsust</a:t>
          </a:r>
          <a:r>
            <a:rPr lang="en-US" sz="1700" kern="1200" dirty="0"/>
            <a:t> dashboard </a:t>
          </a:r>
          <a:r>
            <a:rPr lang="en-US" sz="1700" kern="1200" dirty="0" err="1"/>
            <a:t>toetab</a:t>
          </a:r>
          <a:endParaRPr lang="en-US" sz="1700" kern="1200" dirty="0"/>
        </a:p>
      </dsp:txBody>
      <dsp:txXfrm>
        <a:off x="19904" y="4258010"/>
        <a:ext cx="5575179" cy="3679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B5C69-9EFF-4E2D-9C4B-84E08F518261}">
      <dsp:nvSpPr>
        <dsp:cNvPr id="0" name=""/>
        <dsp:cNvSpPr/>
      </dsp:nvSpPr>
      <dsp:spPr>
        <a:xfrm>
          <a:off x="0" y="558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732B87-42E7-4C9C-BB1D-808A53CC387C}">
      <dsp:nvSpPr>
        <dsp:cNvPr id="0" name=""/>
        <dsp:cNvSpPr/>
      </dsp:nvSpPr>
      <dsp:spPr>
        <a:xfrm>
          <a:off x="0" y="55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Kasutada</a:t>
          </a:r>
          <a:r>
            <a:rPr lang="en-US" sz="2500" kern="1200" dirty="0"/>
            <a:t> </a:t>
          </a:r>
          <a:r>
            <a:rPr lang="en-US" sz="2500" kern="1200" dirty="0" err="1"/>
            <a:t>praktilist</a:t>
          </a:r>
          <a:r>
            <a:rPr lang="en-US" sz="2500" kern="1200" dirty="0"/>
            <a:t> </a:t>
          </a:r>
          <a:r>
            <a:rPr lang="en-US" sz="2500" kern="1200" dirty="0" err="1"/>
            <a:t>dashboardiülesannet</a:t>
          </a:r>
          <a:endParaRPr lang="en-US" sz="2500" kern="1200" dirty="0"/>
        </a:p>
      </dsp:txBody>
      <dsp:txXfrm>
        <a:off x="0" y="558"/>
        <a:ext cx="6496050" cy="914176"/>
      </dsp:txXfrm>
    </dsp:sp>
    <dsp:sp modelId="{3AD78BAE-8DCC-429E-8BF4-409F6282C8F1}">
      <dsp:nvSpPr>
        <dsp:cNvPr id="0" name=""/>
        <dsp:cNvSpPr/>
      </dsp:nvSpPr>
      <dsp:spPr>
        <a:xfrm>
          <a:off x="0" y="914734"/>
          <a:ext cx="6496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ED1BF3-DB12-4562-B89E-492548E346CC}">
      <dsp:nvSpPr>
        <dsp:cNvPr id="0" name=""/>
        <dsp:cNvSpPr/>
      </dsp:nvSpPr>
      <dsp:spPr>
        <a:xfrm>
          <a:off x="0" y="914734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Hinnata</a:t>
          </a:r>
          <a:r>
            <a:rPr lang="en-US" sz="2500" kern="1200" dirty="0"/>
            <a:t> KPI-de </a:t>
          </a:r>
          <a:r>
            <a:rPr lang="en-US" sz="2500" kern="1200" dirty="0" err="1"/>
            <a:t>loogikat</a:t>
          </a:r>
          <a:r>
            <a:rPr lang="en-US" sz="2500" kern="1200" dirty="0"/>
            <a:t> ja </a:t>
          </a:r>
          <a:r>
            <a:rPr lang="en-US" sz="2500" kern="1200" dirty="0" err="1"/>
            <a:t>ärilist</a:t>
          </a:r>
          <a:r>
            <a:rPr lang="en-US" sz="2500" kern="1200" dirty="0"/>
            <a:t> </a:t>
          </a:r>
          <a:r>
            <a:rPr lang="en-US" sz="2500" kern="1200" dirty="0" err="1"/>
            <a:t>mõtlemist</a:t>
          </a:r>
          <a:endParaRPr lang="en-US" sz="2500" kern="1200" dirty="0"/>
        </a:p>
      </dsp:txBody>
      <dsp:txXfrm>
        <a:off x="0" y="914734"/>
        <a:ext cx="6496050" cy="914176"/>
      </dsp:txXfrm>
    </dsp:sp>
    <dsp:sp modelId="{8AA38AB4-B773-49D8-8E6B-FA29265C6D95}">
      <dsp:nvSpPr>
        <dsp:cNvPr id="0" name=""/>
        <dsp:cNvSpPr/>
      </dsp:nvSpPr>
      <dsp:spPr>
        <a:xfrm>
          <a:off x="0" y="1828911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BC12FB-E3B8-4AB7-A036-566896ABDB6F}">
      <dsp:nvSpPr>
        <dsp:cNvPr id="0" name=""/>
        <dsp:cNvSpPr/>
      </dsp:nvSpPr>
      <dsp:spPr>
        <a:xfrm>
          <a:off x="0" y="1828911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Vaadata</a:t>
          </a:r>
          <a:r>
            <a:rPr lang="en-US" sz="2500" kern="1200" dirty="0"/>
            <a:t> </a:t>
          </a:r>
          <a:r>
            <a:rPr lang="en-US" sz="2500" kern="1200" dirty="0" err="1"/>
            <a:t>portfoolios</a:t>
          </a:r>
          <a:r>
            <a:rPr lang="en-US" sz="2500" kern="1200" dirty="0"/>
            <a:t> </a:t>
          </a:r>
          <a:r>
            <a:rPr lang="en-US" sz="2500" kern="1200" dirty="0" err="1"/>
            <a:t>kasutatavust</a:t>
          </a:r>
          <a:r>
            <a:rPr lang="en-US" sz="2500" kern="1200" dirty="0"/>
            <a:t>, </a:t>
          </a:r>
          <a:r>
            <a:rPr lang="en-US" sz="2500" kern="1200" dirty="0" err="1"/>
            <a:t>mitte</a:t>
          </a:r>
          <a:r>
            <a:rPr lang="en-US" sz="2500" kern="1200" dirty="0"/>
            <a:t> </a:t>
          </a:r>
          <a:r>
            <a:rPr lang="en-US" sz="2500" kern="1200" dirty="0" err="1"/>
            <a:t>ainult</a:t>
          </a:r>
          <a:r>
            <a:rPr lang="en-US" sz="2500" kern="1200" dirty="0"/>
            <a:t> </a:t>
          </a:r>
          <a:r>
            <a:rPr lang="en-US" sz="2500" kern="1200" dirty="0" err="1"/>
            <a:t>disaini</a:t>
          </a:r>
          <a:endParaRPr lang="en-US" sz="2500" kern="1200" dirty="0"/>
        </a:p>
      </dsp:txBody>
      <dsp:txXfrm>
        <a:off x="0" y="1828911"/>
        <a:ext cx="6496050" cy="914176"/>
      </dsp:txXfrm>
    </dsp:sp>
    <dsp:sp modelId="{E29733DC-CA83-435D-AF5F-931203B04E9E}">
      <dsp:nvSpPr>
        <dsp:cNvPr id="0" name=""/>
        <dsp:cNvSpPr/>
      </dsp:nvSpPr>
      <dsp:spPr>
        <a:xfrm>
          <a:off x="0" y="2743088"/>
          <a:ext cx="6496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AD2B35-49C0-4A72-901C-C5FC559F35C5}">
      <dsp:nvSpPr>
        <dsp:cNvPr id="0" name=""/>
        <dsp:cNvSpPr/>
      </dsp:nvSpPr>
      <dsp:spPr>
        <a:xfrm>
          <a:off x="0" y="274308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Kontrollida</a:t>
          </a:r>
          <a:r>
            <a:rPr lang="en-US" sz="2500" kern="1200" dirty="0"/>
            <a:t> </a:t>
          </a:r>
          <a:r>
            <a:rPr lang="en-US" sz="2500" kern="1200" dirty="0" err="1"/>
            <a:t>suhtlemisoskust</a:t>
          </a:r>
          <a:endParaRPr lang="en-US" sz="2500" kern="1200" dirty="0"/>
        </a:p>
      </dsp:txBody>
      <dsp:txXfrm>
        <a:off x="0" y="2743088"/>
        <a:ext cx="6496050" cy="914176"/>
      </dsp:txXfrm>
    </dsp:sp>
    <dsp:sp modelId="{54DD123B-EB26-4285-A0D5-471B9F3ED69E}">
      <dsp:nvSpPr>
        <dsp:cNvPr id="0" name=""/>
        <dsp:cNvSpPr/>
      </dsp:nvSpPr>
      <dsp:spPr>
        <a:xfrm>
          <a:off x="0" y="3657265"/>
          <a:ext cx="649605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79CDB2-D8C9-4FA0-951C-130588E191B7}">
      <dsp:nvSpPr>
        <dsp:cNvPr id="0" name=""/>
        <dsp:cNvSpPr/>
      </dsp:nvSpPr>
      <dsp:spPr>
        <a:xfrm>
          <a:off x="0" y="3657265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Valida </a:t>
          </a:r>
          <a:r>
            <a:rPr lang="en-US" sz="2500" kern="1200" dirty="0" err="1"/>
            <a:t>kandidaat</a:t>
          </a:r>
          <a:r>
            <a:rPr lang="en-US" sz="2500" kern="1200" dirty="0"/>
            <a:t>, </a:t>
          </a:r>
          <a:r>
            <a:rPr lang="en-US" sz="2500" kern="1200" dirty="0" err="1"/>
            <a:t>kes</a:t>
          </a:r>
          <a:r>
            <a:rPr lang="en-US" sz="2500" kern="1200" dirty="0"/>
            <a:t> </a:t>
          </a:r>
          <a:r>
            <a:rPr lang="en-US" sz="2500" kern="1200" dirty="0" err="1"/>
            <a:t>loob</a:t>
          </a:r>
          <a:r>
            <a:rPr lang="en-US" sz="2500" kern="1200" dirty="0"/>
            <a:t> </a:t>
          </a:r>
          <a:r>
            <a:rPr lang="en-US" sz="2500" kern="1200" dirty="0" err="1"/>
            <a:t>usaldusväärset</a:t>
          </a:r>
          <a:r>
            <a:rPr lang="en-US" sz="2500" kern="1200" dirty="0"/>
            <a:t> </a:t>
          </a:r>
          <a:r>
            <a:rPr lang="en-US" sz="2500" kern="1200" dirty="0" err="1"/>
            <a:t>juhtimisinfot</a:t>
          </a:r>
          <a:endParaRPr lang="en-US" sz="2500" kern="1200" dirty="0"/>
        </a:p>
      </dsp:txBody>
      <dsp:txXfrm>
        <a:off x="0" y="3657265"/>
        <a:ext cx="6496050" cy="9141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C4C55-558C-42A6-AC4A-B90E8DDC6C25}">
      <dsp:nvSpPr>
        <dsp:cNvPr id="0" name=""/>
        <dsp:cNvSpPr/>
      </dsp:nvSpPr>
      <dsp:spPr>
        <a:xfrm>
          <a:off x="3192" y="0"/>
          <a:ext cx="2532322" cy="34042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30" tIns="330200" rIns="19743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BI </a:t>
          </a:r>
          <a:r>
            <a:rPr lang="en-US" sz="1900" kern="1200" dirty="0" err="1"/>
            <a:t>Analüütik</a:t>
          </a:r>
          <a:r>
            <a:rPr lang="en-US" sz="1900" kern="1200" dirty="0"/>
            <a:t> </a:t>
          </a:r>
          <a:r>
            <a:rPr lang="en-US" sz="1900" kern="1200" dirty="0" err="1"/>
            <a:t>aitab</a:t>
          </a:r>
          <a:r>
            <a:rPr lang="en-US" sz="1900" kern="1200" dirty="0"/>
            <a:t> </a:t>
          </a:r>
          <a:r>
            <a:rPr lang="en-US" sz="1900" kern="1200" dirty="0" err="1"/>
            <a:t>andmetest</a:t>
          </a:r>
          <a:r>
            <a:rPr lang="en-US" sz="1900" kern="1200" dirty="0"/>
            <a:t> </a:t>
          </a:r>
          <a:r>
            <a:rPr lang="en-US" sz="1900" kern="1200" dirty="0" err="1"/>
            <a:t>otsuseid</a:t>
          </a:r>
          <a:r>
            <a:rPr lang="en-US" sz="1900" kern="1200" dirty="0"/>
            <a:t> </a:t>
          </a:r>
          <a:r>
            <a:rPr lang="en-US" sz="1900" kern="1200" dirty="0" err="1"/>
            <a:t>teha</a:t>
          </a:r>
          <a:endParaRPr lang="en-US" sz="1900" kern="1200" dirty="0"/>
        </a:p>
      </dsp:txBody>
      <dsp:txXfrm>
        <a:off x="3192" y="1293625"/>
        <a:ext cx="2532322" cy="2042566"/>
      </dsp:txXfrm>
    </dsp:sp>
    <dsp:sp modelId="{5C246F7F-1F22-4D3A-ABA3-535A678F72B6}">
      <dsp:nvSpPr>
        <dsp:cNvPr id="0" name=""/>
        <dsp:cNvSpPr/>
      </dsp:nvSpPr>
      <dsp:spPr>
        <a:xfrm>
          <a:off x="758711" y="340427"/>
          <a:ext cx="1021283" cy="102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08274" y="489990"/>
        <a:ext cx="722157" cy="722157"/>
      </dsp:txXfrm>
    </dsp:sp>
    <dsp:sp modelId="{5F8E534A-A5D6-4E61-A21C-E3F0C66AF73F}">
      <dsp:nvSpPr>
        <dsp:cNvPr id="0" name=""/>
        <dsp:cNvSpPr/>
      </dsp:nvSpPr>
      <dsp:spPr>
        <a:xfrm>
          <a:off x="3192" y="3404205"/>
          <a:ext cx="253232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B7A65-57BE-4DEF-B260-CC398F81209F}">
      <dsp:nvSpPr>
        <dsp:cNvPr id="0" name=""/>
        <dsp:cNvSpPr/>
      </dsp:nvSpPr>
      <dsp:spPr>
        <a:xfrm>
          <a:off x="2788746" y="0"/>
          <a:ext cx="2532322" cy="34042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30" tIns="330200" rIns="19743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Tugev kandidaat ühendab tehnilise oskuse ja ärilise mõtlemise</a:t>
          </a:r>
        </a:p>
      </dsp:txBody>
      <dsp:txXfrm>
        <a:off x="2788746" y="1293625"/>
        <a:ext cx="2532322" cy="2042566"/>
      </dsp:txXfrm>
    </dsp:sp>
    <dsp:sp modelId="{37EB7143-072A-40A6-B06C-8C59766FC541}">
      <dsp:nvSpPr>
        <dsp:cNvPr id="0" name=""/>
        <dsp:cNvSpPr/>
      </dsp:nvSpPr>
      <dsp:spPr>
        <a:xfrm>
          <a:off x="3544266" y="340427"/>
          <a:ext cx="1021283" cy="1021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93829" y="489990"/>
        <a:ext cx="722157" cy="722157"/>
      </dsp:txXfrm>
    </dsp:sp>
    <dsp:sp modelId="{A91429D5-8958-4B21-A4EB-04EC747C394C}">
      <dsp:nvSpPr>
        <dsp:cNvPr id="0" name=""/>
        <dsp:cNvSpPr/>
      </dsp:nvSpPr>
      <dsp:spPr>
        <a:xfrm>
          <a:off x="2788746" y="3404205"/>
          <a:ext cx="253232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FCFC4-CF3F-42B6-93D7-076B5C407A89}">
      <dsp:nvSpPr>
        <dsp:cNvPr id="0" name=""/>
        <dsp:cNvSpPr/>
      </dsp:nvSpPr>
      <dsp:spPr>
        <a:xfrm>
          <a:off x="5574301" y="0"/>
          <a:ext cx="2532322" cy="34042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30" tIns="330200" rIns="19743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Hea dashboard on selge, kontrollitud ja kasutatav</a:t>
          </a:r>
        </a:p>
      </dsp:txBody>
      <dsp:txXfrm>
        <a:off x="5574301" y="1293625"/>
        <a:ext cx="2532322" cy="2042566"/>
      </dsp:txXfrm>
    </dsp:sp>
    <dsp:sp modelId="{8A0D97C9-72EA-41D0-ABE4-1262D2F1A80E}">
      <dsp:nvSpPr>
        <dsp:cNvPr id="0" name=""/>
        <dsp:cNvSpPr/>
      </dsp:nvSpPr>
      <dsp:spPr>
        <a:xfrm>
          <a:off x="6329820" y="340427"/>
          <a:ext cx="1021283" cy="10212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79383" y="489990"/>
        <a:ext cx="722157" cy="722157"/>
      </dsp:txXfrm>
    </dsp:sp>
    <dsp:sp modelId="{66F81146-35A9-45F7-BE10-EFDE595434F8}">
      <dsp:nvSpPr>
        <dsp:cNvPr id="0" name=""/>
        <dsp:cNvSpPr/>
      </dsp:nvSpPr>
      <dsp:spPr>
        <a:xfrm>
          <a:off x="5574301" y="3404205"/>
          <a:ext cx="253232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4D542-F372-4F5C-991B-2A975F0BE96C}">
      <dsp:nvSpPr>
        <dsp:cNvPr id="0" name=""/>
        <dsp:cNvSpPr/>
      </dsp:nvSpPr>
      <dsp:spPr>
        <a:xfrm>
          <a:off x="8359855" y="0"/>
          <a:ext cx="2532322" cy="34042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30" tIns="330200" rIns="19743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Parim kandidaat ei tee ainult graafikuid, vaid loob otsustustööriistu</a:t>
          </a:r>
        </a:p>
      </dsp:txBody>
      <dsp:txXfrm>
        <a:off x="8359855" y="1293625"/>
        <a:ext cx="2532322" cy="2042566"/>
      </dsp:txXfrm>
    </dsp:sp>
    <dsp:sp modelId="{1F79169E-F549-4BE4-916B-0B2FA9C6056C}">
      <dsp:nvSpPr>
        <dsp:cNvPr id="0" name=""/>
        <dsp:cNvSpPr/>
      </dsp:nvSpPr>
      <dsp:spPr>
        <a:xfrm>
          <a:off x="9115375" y="340427"/>
          <a:ext cx="1021283" cy="10212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64938" y="489990"/>
        <a:ext cx="722157" cy="722157"/>
      </dsp:txXfrm>
    </dsp:sp>
    <dsp:sp modelId="{556AE9E9-59C8-4307-9C5A-4E0CDCA78384}">
      <dsp:nvSpPr>
        <dsp:cNvPr id="0" name=""/>
        <dsp:cNvSpPr/>
      </dsp:nvSpPr>
      <dsp:spPr>
        <a:xfrm>
          <a:off x="8359855" y="3404205"/>
          <a:ext cx="2532322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D46E4-9914-48BC-A8DD-678798E49A66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48F2E-C64B-465B-81AF-2DDB4027CC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1436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48F2E-C64B-465B-81AF-2DDB4027CC31}" type="slidenum">
              <a:rPr lang="et-EE" smtClean="0"/>
              <a:t>3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0760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95998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524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88524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670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4093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2341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5782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6707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146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19379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1548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8957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983045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48355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3270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952684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006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62EBE2E-2570-4F8A-A173-ECEC8E797DA9}" type="datetimeFigureOut">
              <a:rPr lang="et-EE" smtClean="0"/>
              <a:t>29.05.2026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687F5-CA49-42A7-B823-736AB96CAE4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287659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05A41-3505-4419-866B-FFE2412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000" dirty="0" err="1">
                <a:solidFill>
                  <a:srgbClr val="F2F2F2"/>
                </a:solidFill>
              </a:rPr>
              <a:t>Operatsioonide</a:t>
            </a:r>
            <a:r>
              <a:rPr lang="en-US" sz="3000" dirty="0">
                <a:solidFill>
                  <a:srgbClr val="F2F2F2"/>
                </a:solidFill>
              </a:rPr>
              <a:t> </a:t>
            </a:r>
            <a:r>
              <a:rPr lang="en-US" sz="3000" dirty="0" err="1">
                <a:solidFill>
                  <a:srgbClr val="F2F2F2"/>
                </a:solidFill>
              </a:rPr>
              <a:t>meeskonna</a:t>
            </a:r>
            <a:r>
              <a:rPr lang="en-US" sz="3000" dirty="0">
                <a:solidFill>
                  <a:srgbClr val="F2F2F2"/>
                </a:solidFill>
              </a:rPr>
              <a:t> </a:t>
            </a:r>
            <a:r>
              <a:rPr lang="en-US" sz="3000" dirty="0" err="1">
                <a:solidFill>
                  <a:srgbClr val="F2F2F2"/>
                </a:solidFill>
              </a:rPr>
              <a:t>juhend</a:t>
            </a:r>
            <a:r>
              <a:rPr lang="en-US" sz="3000" dirty="0">
                <a:solidFill>
                  <a:srgbClr val="F2F2F2"/>
                </a:solidFill>
              </a:rPr>
              <a:t> BI </a:t>
            </a:r>
            <a:r>
              <a:rPr lang="en-US" sz="3000" dirty="0" err="1">
                <a:solidFill>
                  <a:srgbClr val="F2F2F2"/>
                </a:solidFill>
              </a:rPr>
              <a:t>Analüütiku</a:t>
            </a:r>
            <a:r>
              <a:rPr lang="en-US" sz="3000" dirty="0">
                <a:solidFill>
                  <a:srgbClr val="F2F2F2"/>
                </a:solidFill>
              </a:rPr>
              <a:t> </a:t>
            </a:r>
            <a:r>
              <a:rPr lang="en-US" sz="3000" dirty="0" err="1">
                <a:solidFill>
                  <a:srgbClr val="F2F2F2"/>
                </a:solidFill>
              </a:rPr>
              <a:t>kandidaadi</a:t>
            </a:r>
            <a:r>
              <a:rPr lang="en-US" sz="3000" dirty="0">
                <a:solidFill>
                  <a:srgbClr val="F2F2F2"/>
                </a:solidFill>
              </a:rPr>
              <a:t> </a:t>
            </a:r>
            <a:r>
              <a:rPr lang="en-US" sz="3000" dirty="0" err="1">
                <a:solidFill>
                  <a:srgbClr val="F2F2F2"/>
                </a:solidFill>
              </a:rPr>
              <a:t>hindamiseks</a:t>
            </a:r>
            <a:endParaRPr lang="et-EE" sz="3000" dirty="0">
              <a:solidFill>
                <a:srgbClr val="F2F2F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E17B46-9EFE-716E-5C34-EBED60D36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514565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2702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2524E-C2F6-5C3A-530A-64E8FA56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02CA7A-FC72-BF6A-E806-689AC5501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8A9153-7B12-2FDF-9922-40C0885A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Milline on </a:t>
            </a:r>
            <a:r>
              <a:rPr lang="en-US" sz="3200" dirty="0" err="1">
                <a:solidFill>
                  <a:srgbClr val="EBEBEB"/>
                </a:solidFill>
              </a:rPr>
              <a:t>tugev</a:t>
            </a:r>
            <a:r>
              <a:rPr lang="en-US" sz="3200" dirty="0">
                <a:solidFill>
                  <a:srgbClr val="EBEBEB"/>
                </a:solidFill>
              </a:rPr>
              <a:t> BI </a:t>
            </a:r>
            <a:r>
              <a:rPr lang="en-US" sz="3200" dirty="0" err="1">
                <a:solidFill>
                  <a:srgbClr val="EBEBEB"/>
                </a:solidFill>
              </a:rPr>
              <a:t>analüütiku</a:t>
            </a:r>
            <a:r>
              <a:rPr lang="en-US" sz="3200" dirty="0">
                <a:solidFill>
                  <a:srgbClr val="EBEBEB"/>
                </a:solidFill>
              </a:rPr>
              <a:t> </a:t>
            </a:r>
            <a:r>
              <a:rPr lang="en-US" sz="3200" dirty="0" err="1">
                <a:solidFill>
                  <a:srgbClr val="EBEBEB"/>
                </a:solidFill>
              </a:rPr>
              <a:t>kandidaat</a:t>
            </a:r>
            <a:r>
              <a:rPr lang="en-US" sz="3200" dirty="0">
                <a:solidFill>
                  <a:srgbClr val="EBEBEB"/>
                </a:solidFill>
              </a:rPr>
              <a:t>?</a:t>
            </a:r>
            <a:endParaRPr lang="et-EE" sz="3200" dirty="0">
              <a:solidFill>
                <a:srgbClr val="F2F2F2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9208705-4020-2DD1-D35A-B0DE9743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F0D8D767-422C-10E6-16D2-8886AE35C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7AB0EF-B831-C254-3187-950518CEA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DE88A1E2-DC49-BC2D-A214-6B5980AB2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98668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8893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2DE500-9475-2F32-056E-F507CE4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Kuidas kandidaati hinnata?</a:t>
            </a:r>
            <a:endParaRPr lang="et-EE" sz="3200">
              <a:solidFill>
                <a:srgbClr val="F2F2F2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9BDD2FFA-6EA3-2DD1-3A0C-5453DD6A5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39257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1596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B2CCC-7C0A-12EE-A520-31DA99F4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Intervjuu praktiline ülesanne</a:t>
            </a:r>
            <a:endParaRPr lang="et-EE" sz="3200">
              <a:solidFill>
                <a:srgbClr val="F2F2F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E69264-B95D-BE78-BDFB-7D859C0589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625012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0890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9BA70-D124-520C-2CC5-D3B0A8EC0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Mida vaadata portfoolios?</a:t>
            </a:r>
            <a:endParaRPr lang="et-EE" sz="3200">
              <a:solidFill>
                <a:srgbClr val="F2F2F2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3D62F61-8783-16A4-24A1-11E489C0A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96414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4481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12333-05C9-4CE2-A2E2-1B68F0DC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5E52A59-CD48-11CF-94F2-23BDFE93E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DEC8A-AA14-739D-2189-BF384BC6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 err="1">
                <a:solidFill>
                  <a:srgbClr val="F2F2F2"/>
                </a:solidFill>
              </a:rPr>
              <a:t>Tugev</a:t>
            </a:r>
            <a:r>
              <a:rPr lang="en-US" sz="3200" dirty="0">
                <a:solidFill>
                  <a:srgbClr val="F2F2F2"/>
                </a:solidFill>
              </a:rPr>
              <a:t> vs </a:t>
            </a:r>
            <a:r>
              <a:rPr lang="en-US" sz="3200" dirty="0" err="1">
                <a:solidFill>
                  <a:srgbClr val="F2F2F2"/>
                </a:solidFill>
              </a:rPr>
              <a:t>nõrk</a:t>
            </a:r>
            <a:r>
              <a:rPr lang="en-US" sz="3200" dirty="0">
                <a:solidFill>
                  <a:srgbClr val="F2F2F2"/>
                </a:solidFill>
              </a:rPr>
              <a:t> </a:t>
            </a:r>
            <a:r>
              <a:rPr lang="en-US" sz="3200" dirty="0" err="1">
                <a:solidFill>
                  <a:srgbClr val="F2F2F2"/>
                </a:solidFill>
              </a:rPr>
              <a:t>kandidaat</a:t>
            </a:r>
            <a:endParaRPr lang="et-EE" sz="3200" dirty="0">
              <a:solidFill>
                <a:srgbClr val="F2F2F2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2B18D5E-9E05-480F-0D2E-7A5B1093C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7DFE0D67-FE93-3B93-0E0E-33CA28A43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D87DD6-1990-8AAE-4A5E-47984122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9D87046-74D9-345A-15DD-9938FB45B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570458"/>
              </p:ext>
            </p:extLst>
          </p:nvPr>
        </p:nvGraphicFramePr>
        <p:xfrm>
          <a:off x="5032566" y="1246187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417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DF8C8-82BD-1546-D5D5-894CEA15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1D21556-8F18-834B-2D32-E3E9764D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014CD-E4EE-9730-63CC-CDFC4CD6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 err="1">
                <a:solidFill>
                  <a:srgbClr val="F2F2F2"/>
                </a:solidFill>
              </a:rPr>
              <a:t>Meie</a:t>
            </a:r>
            <a:r>
              <a:rPr lang="en-US" sz="3200" dirty="0">
                <a:solidFill>
                  <a:srgbClr val="F2F2F2"/>
                </a:solidFill>
              </a:rPr>
              <a:t> </a:t>
            </a:r>
            <a:r>
              <a:rPr lang="en-US" sz="3200" dirty="0" err="1">
                <a:solidFill>
                  <a:srgbClr val="F2F2F2"/>
                </a:solidFill>
              </a:rPr>
              <a:t>soovitus</a:t>
            </a:r>
            <a:endParaRPr lang="et-EE" sz="3200" dirty="0">
              <a:solidFill>
                <a:srgbClr val="F2F2F2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833BCF2-97B4-C03C-1271-4D618CA76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1FDF94A9-AB2B-AF8D-DA09-7861C65C8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9054B5-4660-A4C8-7C7A-8F7B050D8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9FC662D-E122-25F1-3D11-9522CF629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57246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529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BFA36-E4B3-FF17-6BF5-30CA9423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Kokkuvõte</a:t>
            </a:r>
            <a:endParaRPr lang="et-EE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t-E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4DFDDA-70BA-F4E6-C4DF-2A3451311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43835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184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</TotalTime>
  <Words>268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Operatsioonide meeskonna juhend BI Analüütiku kandidaadi hindamiseks</vt:lpstr>
      <vt:lpstr>Milline on tugev BI analüütiku kandidaat?</vt:lpstr>
      <vt:lpstr>Kuidas kandidaati hinnata?</vt:lpstr>
      <vt:lpstr>Intervjuu praktiline ülesanne</vt:lpstr>
      <vt:lpstr>Mida vaadata portfoolios?</vt:lpstr>
      <vt:lpstr>Tugev vs nõrk kandidaat</vt:lpstr>
      <vt:lpstr>Meie soovitus</vt:lpstr>
      <vt:lpstr>Kokkuvõte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Kätlin T.</dc:creator>
  <cp:lastModifiedBy>Kätlin T.</cp:lastModifiedBy>
  <cp:revision>3</cp:revision>
  <dcterms:created xsi:type="dcterms:W3CDTF">2026-05-29T08:49:31Z</dcterms:created>
  <dcterms:modified xsi:type="dcterms:W3CDTF">2026-05-29T10:17:55Z</dcterms:modified>
</cp:coreProperties>
</file>